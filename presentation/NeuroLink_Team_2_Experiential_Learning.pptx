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left: raw</c:v>
                </c:pt>
              </c:strCache>
            </c:strRef>
          </c:tx>
          <c:spPr>
            <a:ln w="16510">
              <a:solidFill>
                <a:srgbClr val="526A72"/>
              </a:solidFill>
            </a:ln>
          </c:spPr>
          <c:marker>
            <c:symbol val="none"/>
          </c:marker>
          <c:xVal>
            <c:numRef>
              <c:f>Sheet1!$A$2:$A$513</c:f>
              <c:numCache>
                <c:formatCode>General</c:formatCode>
                <c:ptCount val="512"/>
                <c:pt idx="0">
                  <c:v>0.0</c:v>
                </c:pt>
                <c:pt idx="1">
                  <c:v>0.00390625</c:v>
                </c:pt>
                <c:pt idx="2">
                  <c:v>0.0078125</c:v>
                </c:pt>
                <c:pt idx="3">
                  <c:v>0.01171875</c:v>
                </c:pt>
                <c:pt idx="4">
                  <c:v>0.015625</c:v>
                </c:pt>
                <c:pt idx="5">
                  <c:v>0.01953125</c:v>
                </c:pt>
                <c:pt idx="6">
                  <c:v>0.0234375</c:v>
                </c:pt>
                <c:pt idx="7">
                  <c:v>0.02734375</c:v>
                </c:pt>
                <c:pt idx="8">
                  <c:v>0.03125</c:v>
                </c:pt>
                <c:pt idx="9">
                  <c:v>0.03515625</c:v>
                </c:pt>
                <c:pt idx="10">
                  <c:v>0.0390625</c:v>
                </c:pt>
                <c:pt idx="11">
                  <c:v>0.04296875</c:v>
                </c:pt>
                <c:pt idx="12">
                  <c:v>0.046875</c:v>
                </c:pt>
                <c:pt idx="13">
                  <c:v>0.05078125</c:v>
                </c:pt>
                <c:pt idx="14">
                  <c:v>0.0546875</c:v>
                </c:pt>
                <c:pt idx="15">
                  <c:v>0.05859375</c:v>
                </c:pt>
                <c:pt idx="16">
                  <c:v>0.0625</c:v>
                </c:pt>
                <c:pt idx="17">
                  <c:v>0.06640625</c:v>
                </c:pt>
                <c:pt idx="18">
                  <c:v>0.0703125</c:v>
                </c:pt>
                <c:pt idx="19">
                  <c:v>0.07421875</c:v>
                </c:pt>
                <c:pt idx="20">
                  <c:v>0.078125</c:v>
                </c:pt>
                <c:pt idx="21">
                  <c:v>0.08203125</c:v>
                </c:pt>
                <c:pt idx="22">
                  <c:v>0.0859375</c:v>
                </c:pt>
                <c:pt idx="23">
                  <c:v>0.08984375</c:v>
                </c:pt>
                <c:pt idx="24">
                  <c:v>0.09375</c:v>
                </c:pt>
                <c:pt idx="25">
                  <c:v>0.09765625</c:v>
                </c:pt>
                <c:pt idx="26">
                  <c:v>0.1015625</c:v>
                </c:pt>
                <c:pt idx="27">
                  <c:v>0.10546875</c:v>
                </c:pt>
                <c:pt idx="28">
                  <c:v>0.109375</c:v>
                </c:pt>
                <c:pt idx="29">
                  <c:v>0.11328125</c:v>
                </c:pt>
                <c:pt idx="30">
                  <c:v>0.1171875</c:v>
                </c:pt>
                <c:pt idx="31">
                  <c:v>0.12109375</c:v>
                </c:pt>
                <c:pt idx="32">
                  <c:v>0.125</c:v>
                </c:pt>
                <c:pt idx="33">
                  <c:v>0.12890625</c:v>
                </c:pt>
                <c:pt idx="34">
                  <c:v>0.1328125</c:v>
                </c:pt>
                <c:pt idx="35">
                  <c:v>0.13671875</c:v>
                </c:pt>
                <c:pt idx="36">
                  <c:v>0.140625</c:v>
                </c:pt>
                <c:pt idx="37">
                  <c:v>0.14453125</c:v>
                </c:pt>
                <c:pt idx="38">
                  <c:v>0.1484375</c:v>
                </c:pt>
                <c:pt idx="39">
                  <c:v>0.15234375</c:v>
                </c:pt>
                <c:pt idx="40">
                  <c:v>0.15625</c:v>
                </c:pt>
                <c:pt idx="41">
                  <c:v>0.16015625</c:v>
                </c:pt>
                <c:pt idx="42">
                  <c:v>0.1640625</c:v>
                </c:pt>
                <c:pt idx="43">
                  <c:v>0.16796875</c:v>
                </c:pt>
                <c:pt idx="44">
                  <c:v>0.171875</c:v>
                </c:pt>
                <c:pt idx="45">
                  <c:v>0.17578125</c:v>
                </c:pt>
                <c:pt idx="46">
                  <c:v>0.1796875</c:v>
                </c:pt>
                <c:pt idx="47">
                  <c:v>0.18359375</c:v>
                </c:pt>
                <c:pt idx="48">
                  <c:v>0.1875</c:v>
                </c:pt>
                <c:pt idx="49">
                  <c:v>0.19140625</c:v>
                </c:pt>
                <c:pt idx="50">
                  <c:v>0.1953125</c:v>
                </c:pt>
                <c:pt idx="51">
                  <c:v>0.19921875</c:v>
                </c:pt>
                <c:pt idx="52">
                  <c:v>0.203125</c:v>
                </c:pt>
                <c:pt idx="53">
                  <c:v>0.20703125</c:v>
                </c:pt>
                <c:pt idx="54">
                  <c:v>0.2109375</c:v>
                </c:pt>
                <c:pt idx="55">
                  <c:v>0.21484375</c:v>
                </c:pt>
                <c:pt idx="56">
                  <c:v>0.21875</c:v>
                </c:pt>
                <c:pt idx="57">
                  <c:v>0.22265625</c:v>
                </c:pt>
                <c:pt idx="58">
                  <c:v>0.2265625</c:v>
                </c:pt>
                <c:pt idx="59">
                  <c:v>0.23046875</c:v>
                </c:pt>
                <c:pt idx="60">
                  <c:v>0.234375</c:v>
                </c:pt>
                <c:pt idx="61">
                  <c:v>0.23828125</c:v>
                </c:pt>
                <c:pt idx="62">
                  <c:v>0.2421875</c:v>
                </c:pt>
                <c:pt idx="63">
                  <c:v>0.24609375</c:v>
                </c:pt>
                <c:pt idx="64">
                  <c:v>0.25</c:v>
                </c:pt>
                <c:pt idx="65">
                  <c:v>0.25390625</c:v>
                </c:pt>
                <c:pt idx="66">
                  <c:v>0.2578125</c:v>
                </c:pt>
                <c:pt idx="67">
                  <c:v>0.26171875</c:v>
                </c:pt>
                <c:pt idx="68">
                  <c:v>0.265625</c:v>
                </c:pt>
                <c:pt idx="69">
                  <c:v>0.26953125</c:v>
                </c:pt>
                <c:pt idx="70">
                  <c:v>0.2734375</c:v>
                </c:pt>
                <c:pt idx="71">
                  <c:v>0.27734375</c:v>
                </c:pt>
                <c:pt idx="72">
                  <c:v>0.28125</c:v>
                </c:pt>
                <c:pt idx="73">
                  <c:v>0.28515625</c:v>
                </c:pt>
                <c:pt idx="74">
                  <c:v>0.2890625</c:v>
                </c:pt>
                <c:pt idx="75">
                  <c:v>0.29296875</c:v>
                </c:pt>
                <c:pt idx="76">
                  <c:v>0.296875</c:v>
                </c:pt>
                <c:pt idx="77">
                  <c:v>0.30078125</c:v>
                </c:pt>
                <c:pt idx="78">
                  <c:v>0.3046875</c:v>
                </c:pt>
                <c:pt idx="79">
                  <c:v>0.30859375</c:v>
                </c:pt>
                <c:pt idx="80">
                  <c:v>0.3125</c:v>
                </c:pt>
                <c:pt idx="81">
                  <c:v>0.31640625</c:v>
                </c:pt>
                <c:pt idx="82">
                  <c:v>0.3203125</c:v>
                </c:pt>
                <c:pt idx="83">
                  <c:v>0.32421875</c:v>
                </c:pt>
                <c:pt idx="84">
                  <c:v>0.328125</c:v>
                </c:pt>
                <c:pt idx="85">
                  <c:v>0.33203125</c:v>
                </c:pt>
                <c:pt idx="86">
                  <c:v>0.3359375</c:v>
                </c:pt>
                <c:pt idx="87">
                  <c:v>0.33984375</c:v>
                </c:pt>
                <c:pt idx="88">
                  <c:v>0.34375</c:v>
                </c:pt>
                <c:pt idx="89">
                  <c:v>0.34765625</c:v>
                </c:pt>
                <c:pt idx="90">
                  <c:v>0.3515625</c:v>
                </c:pt>
                <c:pt idx="91">
                  <c:v>0.35546875</c:v>
                </c:pt>
                <c:pt idx="92">
                  <c:v>0.359375</c:v>
                </c:pt>
                <c:pt idx="93">
                  <c:v>0.36328125</c:v>
                </c:pt>
                <c:pt idx="94">
                  <c:v>0.3671875</c:v>
                </c:pt>
                <c:pt idx="95">
                  <c:v>0.37109375</c:v>
                </c:pt>
                <c:pt idx="96">
                  <c:v>0.375</c:v>
                </c:pt>
                <c:pt idx="97">
                  <c:v>0.37890625</c:v>
                </c:pt>
                <c:pt idx="98">
                  <c:v>0.3828125</c:v>
                </c:pt>
                <c:pt idx="99">
                  <c:v>0.38671875</c:v>
                </c:pt>
                <c:pt idx="100">
                  <c:v>0.390625</c:v>
                </c:pt>
                <c:pt idx="101">
                  <c:v>0.39453125</c:v>
                </c:pt>
                <c:pt idx="102">
                  <c:v>0.3984375</c:v>
                </c:pt>
                <c:pt idx="103">
                  <c:v>0.40234375</c:v>
                </c:pt>
                <c:pt idx="104">
                  <c:v>0.40625</c:v>
                </c:pt>
                <c:pt idx="105">
                  <c:v>0.41015625</c:v>
                </c:pt>
                <c:pt idx="106">
                  <c:v>0.4140625</c:v>
                </c:pt>
                <c:pt idx="107">
                  <c:v>0.41796875</c:v>
                </c:pt>
                <c:pt idx="108">
                  <c:v>0.421875</c:v>
                </c:pt>
                <c:pt idx="109">
                  <c:v>0.42578125</c:v>
                </c:pt>
                <c:pt idx="110">
                  <c:v>0.4296875</c:v>
                </c:pt>
                <c:pt idx="111">
                  <c:v>0.43359375</c:v>
                </c:pt>
                <c:pt idx="112">
                  <c:v>0.4375</c:v>
                </c:pt>
                <c:pt idx="113">
                  <c:v>0.44140625</c:v>
                </c:pt>
                <c:pt idx="114">
                  <c:v>0.4453125</c:v>
                </c:pt>
                <c:pt idx="115">
                  <c:v>0.44921875</c:v>
                </c:pt>
                <c:pt idx="116">
                  <c:v>0.453125</c:v>
                </c:pt>
                <c:pt idx="117">
                  <c:v>0.45703125</c:v>
                </c:pt>
                <c:pt idx="118">
                  <c:v>0.4609375</c:v>
                </c:pt>
                <c:pt idx="119">
                  <c:v>0.46484375</c:v>
                </c:pt>
                <c:pt idx="120">
                  <c:v>0.46875</c:v>
                </c:pt>
                <c:pt idx="121">
                  <c:v>0.47265625</c:v>
                </c:pt>
                <c:pt idx="122">
                  <c:v>0.4765625</c:v>
                </c:pt>
                <c:pt idx="123">
                  <c:v>0.48046875</c:v>
                </c:pt>
                <c:pt idx="124">
                  <c:v>0.484375</c:v>
                </c:pt>
                <c:pt idx="125">
                  <c:v>0.48828125</c:v>
                </c:pt>
                <c:pt idx="126">
                  <c:v>0.4921875</c:v>
                </c:pt>
                <c:pt idx="127">
                  <c:v>0.49609375</c:v>
                </c:pt>
                <c:pt idx="128">
                  <c:v>0.5</c:v>
                </c:pt>
                <c:pt idx="129">
                  <c:v>0.50390625</c:v>
                </c:pt>
                <c:pt idx="130">
                  <c:v>0.5078125</c:v>
                </c:pt>
                <c:pt idx="131">
                  <c:v>0.51171875</c:v>
                </c:pt>
                <c:pt idx="132">
                  <c:v>0.515625</c:v>
                </c:pt>
                <c:pt idx="133">
                  <c:v>0.51953125</c:v>
                </c:pt>
                <c:pt idx="134">
                  <c:v>0.5234375</c:v>
                </c:pt>
                <c:pt idx="135">
                  <c:v>0.52734375</c:v>
                </c:pt>
                <c:pt idx="136">
                  <c:v>0.53125</c:v>
                </c:pt>
                <c:pt idx="137">
                  <c:v>0.53515625</c:v>
                </c:pt>
                <c:pt idx="138">
                  <c:v>0.5390625</c:v>
                </c:pt>
                <c:pt idx="139">
                  <c:v>0.54296875</c:v>
                </c:pt>
                <c:pt idx="140">
                  <c:v>0.546875</c:v>
                </c:pt>
                <c:pt idx="141">
                  <c:v>0.55078125</c:v>
                </c:pt>
                <c:pt idx="142">
                  <c:v>0.5546875</c:v>
                </c:pt>
                <c:pt idx="143">
                  <c:v>0.55859375</c:v>
                </c:pt>
                <c:pt idx="144">
                  <c:v>0.5625</c:v>
                </c:pt>
                <c:pt idx="145">
                  <c:v>0.56640625</c:v>
                </c:pt>
                <c:pt idx="146">
                  <c:v>0.5703125</c:v>
                </c:pt>
                <c:pt idx="147">
                  <c:v>0.57421875</c:v>
                </c:pt>
                <c:pt idx="148">
                  <c:v>0.578125</c:v>
                </c:pt>
                <c:pt idx="149">
                  <c:v>0.58203125</c:v>
                </c:pt>
                <c:pt idx="150">
                  <c:v>0.5859375</c:v>
                </c:pt>
                <c:pt idx="151">
                  <c:v>0.58984375</c:v>
                </c:pt>
                <c:pt idx="152">
                  <c:v>0.59375</c:v>
                </c:pt>
                <c:pt idx="153">
                  <c:v>0.59765625</c:v>
                </c:pt>
                <c:pt idx="154">
                  <c:v>0.6015625</c:v>
                </c:pt>
                <c:pt idx="155">
                  <c:v>0.60546875</c:v>
                </c:pt>
                <c:pt idx="156">
                  <c:v>0.609375</c:v>
                </c:pt>
                <c:pt idx="157">
                  <c:v>0.61328125</c:v>
                </c:pt>
                <c:pt idx="158">
                  <c:v>0.6171875</c:v>
                </c:pt>
                <c:pt idx="159">
                  <c:v>0.62109375</c:v>
                </c:pt>
                <c:pt idx="160">
                  <c:v>0.625</c:v>
                </c:pt>
                <c:pt idx="161">
                  <c:v>0.62890625</c:v>
                </c:pt>
                <c:pt idx="162">
                  <c:v>0.6328125</c:v>
                </c:pt>
                <c:pt idx="163">
                  <c:v>0.63671875</c:v>
                </c:pt>
                <c:pt idx="164">
                  <c:v>0.640625</c:v>
                </c:pt>
                <c:pt idx="165">
                  <c:v>0.64453125</c:v>
                </c:pt>
                <c:pt idx="166">
                  <c:v>0.6484375</c:v>
                </c:pt>
                <c:pt idx="167">
                  <c:v>0.65234375</c:v>
                </c:pt>
                <c:pt idx="168">
                  <c:v>0.65625</c:v>
                </c:pt>
                <c:pt idx="169">
                  <c:v>0.66015625</c:v>
                </c:pt>
                <c:pt idx="170">
                  <c:v>0.6640625</c:v>
                </c:pt>
                <c:pt idx="171">
                  <c:v>0.66796875</c:v>
                </c:pt>
                <c:pt idx="172">
                  <c:v>0.671875</c:v>
                </c:pt>
                <c:pt idx="173">
                  <c:v>0.67578125</c:v>
                </c:pt>
                <c:pt idx="174">
                  <c:v>0.6796875</c:v>
                </c:pt>
                <c:pt idx="175">
                  <c:v>0.68359375</c:v>
                </c:pt>
                <c:pt idx="176">
                  <c:v>0.6875</c:v>
                </c:pt>
                <c:pt idx="177">
                  <c:v>0.69140625</c:v>
                </c:pt>
                <c:pt idx="178">
                  <c:v>0.6953125</c:v>
                </c:pt>
                <c:pt idx="179">
                  <c:v>0.69921875</c:v>
                </c:pt>
                <c:pt idx="180">
                  <c:v>0.703125</c:v>
                </c:pt>
                <c:pt idx="181">
                  <c:v>0.70703125</c:v>
                </c:pt>
                <c:pt idx="182">
                  <c:v>0.7109375</c:v>
                </c:pt>
                <c:pt idx="183">
                  <c:v>0.71484375</c:v>
                </c:pt>
                <c:pt idx="184">
                  <c:v>0.71875</c:v>
                </c:pt>
                <c:pt idx="185">
                  <c:v>0.72265625</c:v>
                </c:pt>
                <c:pt idx="186">
                  <c:v>0.7265625</c:v>
                </c:pt>
                <c:pt idx="187">
                  <c:v>0.73046875</c:v>
                </c:pt>
                <c:pt idx="188">
                  <c:v>0.734375</c:v>
                </c:pt>
                <c:pt idx="189">
                  <c:v>0.73828125</c:v>
                </c:pt>
                <c:pt idx="190">
                  <c:v>0.7421875</c:v>
                </c:pt>
                <c:pt idx="191">
                  <c:v>0.74609375</c:v>
                </c:pt>
                <c:pt idx="192">
                  <c:v>0.75</c:v>
                </c:pt>
                <c:pt idx="193">
                  <c:v>0.75390625</c:v>
                </c:pt>
                <c:pt idx="194">
                  <c:v>0.7578125</c:v>
                </c:pt>
                <c:pt idx="195">
                  <c:v>0.76171875</c:v>
                </c:pt>
                <c:pt idx="196">
                  <c:v>0.765625</c:v>
                </c:pt>
                <c:pt idx="197">
                  <c:v>0.76953125</c:v>
                </c:pt>
                <c:pt idx="198">
                  <c:v>0.7734375</c:v>
                </c:pt>
                <c:pt idx="199">
                  <c:v>0.77734375</c:v>
                </c:pt>
                <c:pt idx="200">
                  <c:v>0.78125</c:v>
                </c:pt>
                <c:pt idx="201">
                  <c:v>0.78515625</c:v>
                </c:pt>
                <c:pt idx="202">
                  <c:v>0.7890625</c:v>
                </c:pt>
                <c:pt idx="203">
                  <c:v>0.79296875</c:v>
                </c:pt>
                <c:pt idx="204">
                  <c:v>0.796875</c:v>
                </c:pt>
                <c:pt idx="205">
                  <c:v>0.80078125</c:v>
                </c:pt>
                <c:pt idx="206">
                  <c:v>0.8046875</c:v>
                </c:pt>
                <c:pt idx="207">
                  <c:v>0.80859375</c:v>
                </c:pt>
                <c:pt idx="208">
                  <c:v>0.8125</c:v>
                </c:pt>
                <c:pt idx="209">
                  <c:v>0.81640625</c:v>
                </c:pt>
                <c:pt idx="210">
                  <c:v>0.8203125</c:v>
                </c:pt>
                <c:pt idx="211">
                  <c:v>0.82421875</c:v>
                </c:pt>
                <c:pt idx="212">
                  <c:v>0.828125</c:v>
                </c:pt>
                <c:pt idx="213">
                  <c:v>0.83203125</c:v>
                </c:pt>
                <c:pt idx="214">
                  <c:v>0.8359375</c:v>
                </c:pt>
                <c:pt idx="215">
                  <c:v>0.83984375</c:v>
                </c:pt>
                <c:pt idx="216">
                  <c:v>0.84375</c:v>
                </c:pt>
                <c:pt idx="217">
                  <c:v>0.84765625</c:v>
                </c:pt>
                <c:pt idx="218">
                  <c:v>0.8515625</c:v>
                </c:pt>
                <c:pt idx="219">
                  <c:v>0.85546875</c:v>
                </c:pt>
                <c:pt idx="220">
                  <c:v>0.859375</c:v>
                </c:pt>
                <c:pt idx="221">
                  <c:v>0.86328125</c:v>
                </c:pt>
                <c:pt idx="222">
                  <c:v>0.8671875</c:v>
                </c:pt>
                <c:pt idx="223">
                  <c:v>0.87109375</c:v>
                </c:pt>
                <c:pt idx="224">
                  <c:v>0.875</c:v>
                </c:pt>
                <c:pt idx="225">
                  <c:v>0.87890625</c:v>
                </c:pt>
                <c:pt idx="226">
                  <c:v>0.8828125</c:v>
                </c:pt>
                <c:pt idx="227">
                  <c:v>0.88671875</c:v>
                </c:pt>
                <c:pt idx="228">
                  <c:v>0.890625</c:v>
                </c:pt>
                <c:pt idx="229">
                  <c:v>0.89453125</c:v>
                </c:pt>
                <c:pt idx="230">
                  <c:v>0.8984375</c:v>
                </c:pt>
                <c:pt idx="231">
                  <c:v>0.90234375</c:v>
                </c:pt>
                <c:pt idx="232">
                  <c:v>0.90625</c:v>
                </c:pt>
                <c:pt idx="233">
                  <c:v>0.91015625</c:v>
                </c:pt>
                <c:pt idx="234">
                  <c:v>0.9140625</c:v>
                </c:pt>
                <c:pt idx="235">
                  <c:v>0.91796875</c:v>
                </c:pt>
                <c:pt idx="236">
                  <c:v>0.921875</c:v>
                </c:pt>
                <c:pt idx="237">
                  <c:v>0.92578125</c:v>
                </c:pt>
                <c:pt idx="238">
                  <c:v>0.9296875</c:v>
                </c:pt>
                <c:pt idx="239">
                  <c:v>0.93359375</c:v>
                </c:pt>
                <c:pt idx="240">
                  <c:v>0.9375</c:v>
                </c:pt>
                <c:pt idx="241">
                  <c:v>0.94140625</c:v>
                </c:pt>
                <c:pt idx="242">
                  <c:v>0.9453125</c:v>
                </c:pt>
                <c:pt idx="243">
                  <c:v>0.94921875</c:v>
                </c:pt>
                <c:pt idx="244">
                  <c:v>0.953125</c:v>
                </c:pt>
                <c:pt idx="245">
                  <c:v>0.95703125</c:v>
                </c:pt>
                <c:pt idx="246">
                  <c:v>0.9609375</c:v>
                </c:pt>
                <c:pt idx="247">
                  <c:v>0.96484375</c:v>
                </c:pt>
                <c:pt idx="248">
                  <c:v>0.96875</c:v>
                </c:pt>
                <c:pt idx="249">
                  <c:v>0.97265625</c:v>
                </c:pt>
                <c:pt idx="250">
                  <c:v>0.9765625</c:v>
                </c:pt>
                <c:pt idx="251">
                  <c:v>0.98046875</c:v>
                </c:pt>
                <c:pt idx="252">
                  <c:v>0.984375</c:v>
                </c:pt>
                <c:pt idx="253">
                  <c:v>0.98828125</c:v>
                </c:pt>
                <c:pt idx="254">
                  <c:v>0.9921875</c:v>
                </c:pt>
                <c:pt idx="255">
                  <c:v>0.99609375</c:v>
                </c:pt>
                <c:pt idx="256">
                  <c:v>1.0</c:v>
                </c:pt>
                <c:pt idx="257">
                  <c:v>1.00390625</c:v>
                </c:pt>
                <c:pt idx="258">
                  <c:v>1.0078125</c:v>
                </c:pt>
                <c:pt idx="259">
                  <c:v>1.01171875</c:v>
                </c:pt>
                <c:pt idx="260">
                  <c:v>1.015625</c:v>
                </c:pt>
                <c:pt idx="261">
                  <c:v>1.01953125</c:v>
                </c:pt>
                <c:pt idx="262">
                  <c:v>1.0234375</c:v>
                </c:pt>
                <c:pt idx="263">
                  <c:v>1.02734375</c:v>
                </c:pt>
                <c:pt idx="264">
                  <c:v>1.03125</c:v>
                </c:pt>
                <c:pt idx="265">
                  <c:v>1.03515625</c:v>
                </c:pt>
                <c:pt idx="266">
                  <c:v>1.0390625</c:v>
                </c:pt>
                <c:pt idx="267">
                  <c:v>1.04296875</c:v>
                </c:pt>
                <c:pt idx="268">
                  <c:v>1.046875</c:v>
                </c:pt>
                <c:pt idx="269">
                  <c:v>1.05078125</c:v>
                </c:pt>
                <c:pt idx="270">
                  <c:v>1.0546875</c:v>
                </c:pt>
                <c:pt idx="271">
                  <c:v>1.05859375</c:v>
                </c:pt>
                <c:pt idx="272">
                  <c:v>1.0625</c:v>
                </c:pt>
                <c:pt idx="273">
                  <c:v>1.06640625</c:v>
                </c:pt>
                <c:pt idx="274">
                  <c:v>1.0703125</c:v>
                </c:pt>
                <c:pt idx="275">
                  <c:v>1.07421875</c:v>
                </c:pt>
                <c:pt idx="276">
                  <c:v>1.078125</c:v>
                </c:pt>
                <c:pt idx="277">
                  <c:v>1.08203125</c:v>
                </c:pt>
                <c:pt idx="278">
                  <c:v>1.0859375</c:v>
                </c:pt>
                <c:pt idx="279">
                  <c:v>1.08984375</c:v>
                </c:pt>
                <c:pt idx="280">
                  <c:v>1.09375</c:v>
                </c:pt>
                <c:pt idx="281">
                  <c:v>1.09765625</c:v>
                </c:pt>
                <c:pt idx="282">
                  <c:v>1.1015625</c:v>
                </c:pt>
                <c:pt idx="283">
                  <c:v>1.10546875</c:v>
                </c:pt>
                <c:pt idx="284">
                  <c:v>1.109375</c:v>
                </c:pt>
                <c:pt idx="285">
                  <c:v>1.11328125</c:v>
                </c:pt>
                <c:pt idx="286">
                  <c:v>1.1171875</c:v>
                </c:pt>
                <c:pt idx="287">
                  <c:v>1.12109375</c:v>
                </c:pt>
                <c:pt idx="288">
                  <c:v>1.125</c:v>
                </c:pt>
                <c:pt idx="289">
                  <c:v>1.12890625</c:v>
                </c:pt>
                <c:pt idx="290">
                  <c:v>1.1328125</c:v>
                </c:pt>
                <c:pt idx="291">
                  <c:v>1.13671875</c:v>
                </c:pt>
                <c:pt idx="292">
                  <c:v>1.140625</c:v>
                </c:pt>
                <c:pt idx="293">
                  <c:v>1.14453125</c:v>
                </c:pt>
                <c:pt idx="294">
                  <c:v>1.1484375</c:v>
                </c:pt>
                <c:pt idx="295">
                  <c:v>1.15234375</c:v>
                </c:pt>
                <c:pt idx="296">
                  <c:v>1.15625</c:v>
                </c:pt>
                <c:pt idx="297">
                  <c:v>1.16015625</c:v>
                </c:pt>
                <c:pt idx="298">
                  <c:v>1.1640625</c:v>
                </c:pt>
                <c:pt idx="299">
                  <c:v>1.16796875</c:v>
                </c:pt>
                <c:pt idx="300">
                  <c:v>1.171875</c:v>
                </c:pt>
                <c:pt idx="301">
                  <c:v>1.17578125</c:v>
                </c:pt>
                <c:pt idx="302">
                  <c:v>1.1796875</c:v>
                </c:pt>
                <c:pt idx="303">
                  <c:v>1.18359375</c:v>
                </c:pt>
                <c:pt idx="304">
                  <c:v>1.1875</c:v>
                </c:pt>
                <c:pt idx="305">
                  <c:v>1.19140625</c:v>
                </c:pt>
                <c:pt idx="306">
                  <c:v>1.1953125</c:v>
                </c:pt>
                <c:pt idx="307">
                  <c:v>1.19921875</c:v>
                </c:pt>
                <c:pt idx="308">
                  <c:v>1.203125</c:v>
                </c:pt>
                <c:pt idx="309">
                  <c:v>1.20703125</c:v>
                </c:pt>
                <c:pt idx="310">
                  <c:v>1.2109375</c:v>
                </c:pt>
                <c:pt idx="311">
                  <c:v>1.21484375</c:v>
                </c:pt>
                <c:pt idx="312">
                  <c:v>1.21875</c:v>
                </c:pt>
                <c:pt idx="313">
                  <c:v>1.22265625</c:v>
                </c:pt>
                <c:pt idx="314">
                  <c:v>1.2265625</c:v>
                </c:pt>
                <c:pt idx="315">
                  <c:v>1.23046875</c:v>
                </c:pt>
                <c:pt idx="316">
                  <c:v>1.234375</c:v>
                </c:pt>
                <c:pt idx="317">
                  <c:v>1.23828125</c:v>
                </c:pt>
                <c:pt idx="318">
                  <c:v>1.2421875</c:v>
                </c:pt>
                <c:pt idx="319">
                  <c:v>1.24609375</c:v>
                </c:pt>
                <c:pt idx="320">
                  <c:v>1.25</c:v>
                </c:pt>
                <c:pt idx="321">
                  <c:v>1.25390625</c:v>
                </c:pt>
                <c:pt idx="322">
                  <c:v>1.2578125</c:v>
                </c:pt>
                <c:pt idx="323">
                  <c:v>1.26171875</c:v>
                </c:pt>
                <c:pt idx="324">
                  <c:v>1.265625</c:v>
                </c:pt>
                <c:pt idx="325">
                  <c:v>1.26953125</c:v>
                </c:pt>
                <c:pt idx="326">
                  <c:v>1.2734375</c:v>
                </c:pt>
                <c:pt idx="327">
                  <c:v>1.27734375</c:v>
                </c:pt>
                <c:pt idx="328">
                  <c:v>1.28125</c:v>
                </c:pt>
                <c:pt idx="329">
                  <c:v>1.28515625</c:v>
                </c:pt>
                <c:pt idx="330">
                  <c:v>1.2890625</c:v>
                </c:pt>
                <c:pt idx="331">
                  <c:v>1.29296875</c:v>
                </c:pt>
                <c:pt idx="332">
                  <c:v>1.296875</c:v>
                </c:pt>
                <c:pt idx="333">
                  <c:v>1.30078125</c:v>
                </c:pt>
                <c:pt idx="334">
                  <c:v>1.3046875</c:v>
                </c:pt>
                <c:pt idx="335">
                  <c:v>1.30859375</c:v>
                </c:pt>
                <c:pt idx="336">
                  <c:v>1.3125</c:v>
                </c:pt>
                <c:pt idx="337">
                  <c:v>1.31640625</c:v>
                </c:pt>
                <c:pt idx="338">
                  <c:v>1.3203125</c:v>
                </c:pt>
                <c:pt idx="339">
                  <c:v>1.32421875</c:v>
                </c:pt>
                <c:pt idx="340">
                  <c:v>1.328125</c:v>
                </c:pt>
                <c:pt idx="341">
                  <c:v>1.33203125</c:v>
                </c:pt>
                <c:pt idx="342">
                  <c:v>1.3359375</c:v>
                </c:pt>
                <c:pt idx="343">
                  <c:v>1.33984375</c:v>
                </c:pt>
                <c:pt idx="344">
                  <c:v>1.34375</c:v>
                </c:pt>
                <c:pt idx="345">
                  <c:v>1.34765625</c:v>
                </c:pt>
                <c:pt idx="346">
                  <c:v>1.3515625</c:v>
                </c:pt>
                <c:pt idx="347">
                  <c:v>1.35546875</c:v>
                </c:pt>
                <c:pt idx="348">
                  <c:v>1.359375</c:v>
                </c:pt>
                <c:pt idx="349">
                  <c:v>1.36328125</c:v>
                </c:pt>
                <c:pt idx="350">
                  <c:v>1.3671875</c:v>
                </c:pt>
                <c:pt idx="351">
                  <c:v>1.37109375</c:v>
                </c:pt>
                <c:pt idx="352">
                  <c:v>1.375</c:v>
                </c:pt>
                <c:pt idx="353">
                  <c:v>1.37890625</c:v>
                </c:pt>
                <c:pt idx="354">
                  <c:v>1.3828125</c:v>
                </c:pt>
                <c:pt idx="355">
                  <c:v>1.38671875</c:v>
                </c:pt>
                <c:pt idx="356">
                  <c:v>1.390625</c:v>
                </c:pt>
                <c:pt idx="357">
                  <c:v>1.39453125</c:v>
                </c:pt>
                <c:pt idx="358">
                  <c:v>1.3984375</c:v>
                </c:pt>
                <c:pt idx="359">
                  <c:v>1.40234375</c:v>
                </c:pt>
                <c:pt idx="360">
                  <c:v>1.40625</c:v>
                </c:pt>
                <c:pt idx="361">
                  <c:v>1.41015625</c:v>
                </c:pt>
                <c:pt idx="362">
                  <c:v>1.4140625</c:v>
                </c:pt>
                <c:pt idx="363">
                  <c:v>1.41796875</c:v>
                </c:pt>
                <c:pt idx="364">
                  <c:v>1.421875</c:v>
                </c:pt>
                <c:pt idx="365">
                  <c:v>1.42578125</c:v>
                </c:pt>
                <c:pt idx="366">
                  <c:v>1.4296875</c:v>
                </c:pt>
                <c:pt idx="367">
                  <c:v>1.43359375</c:v>
                </c:pt>
                <c:pt idx="368">
                  <c:v>1.4375</c:v>
                </c:pt>
                <c:pt idx="369">
                  <c:v>1.44140625</c:v>
                </c:pt>
                <c:pt idx="370">
                  <c:v>1.4453125</c:v>
                </c:pt>
                <c:pt idx="371">
                  <c:v>1.44921875</c:v>
                </c:pt>
                <c:pt idx="372">
                  <c:v>1.453125</c:v>
                </c:pt>
                <c:pt idx="373">
                  <c:v>1.45703125</c:v>
                </c:pt>
                <c:pt idx="374">
                  <c:v>1.4609375</c:v>
                </c:pt>
                <c:pt idx="375">
                  <c:v>1.46484375</c:v>
                </c:pt>
                <c:pt idx="376">
                  <c:v>1.46875</c:v>
                </c:pt>
                <c:pt idx="377">
                  <c:v>1.47265625</c:v>
                </c:pt>
                <c:pt idx="378">
                  <c:v>1.4765625</c:v>
                </c:pt>
                <c:pt idx="379">
                  <c:v>1.48046875</c:v>
                </c:pt>
                <c:pt idx="380">
                  <c:v>1.484375</c:v>
                </c:pt>
                <c:pt idx="381">
                  <c:v>1.48828125</c:v>
                </c:pt>
                <c:pt idx="382">
                  <c:v>1.4921875</c:v>
                </c:pt>
                <c:pt idx="383">
                  <c:v>1.49609375</c:v>
                </c:pt>
                <c:pt idx="384">
                  <c:v>1.5</c:v>
                </c:pt>
                <c:pt idx="385">
                  <c:v>1.50390625</c:v>
                </c:pt>
                <c:pt idx="386">
                  <c:v>1.5078125</c:v>
                </c:pt>
                <c:pt idx="387">
                  <c:v>1.51171875</c:v>
                </c:pt>
                <c:pt idx="388">
                  <c:v>1.515625</c:v>
                </c:pt>
                <c:pt idx="389">
                  <c:v>1.51953125</c:v>
                </c:pt>
                <c:pt idx="390">
                  <c:v>1.5234375</c:v>
                </c:pt>
                <c:pt idx="391">
                  <c:v>1.52734375</c:v>
                </c:pt>
                <c:pt idx="392">
                  <c:v>1.53125</c:v>
                </c:pt>
                <c:pt idx="393">
                  <c:v>1.53515625</c:v>
                </c:pt>
                <c:pt idx="394">
                  <c:v>1.5390625</c:v>
                </c:pt>
                <c:pt idx="395">
                  <c:v>1.54296875</c:v>
                </c:pt>
                <c:pt idx="396">
                  <c:v>1.546875</c:v>
                </c:pt>
                <c:pt idx="397">
                  <c:v>1.55078125</c:v>
                </c:pt>
                <c:pt idx="398">
                  <c:v>1.5546875</c:v>
                </c:pt>
                <c:pt idx="399">
                  <c:v>1.55859375</c:v>
                </c:pt>
                <c:pt idx="400">
                  <c:v>1.5625</c:v>
                </c:pt>
                <c:pt idx="401">
                  <c:v>1.56640625</c:v>
                </c:pt>
                <c:pt idx="402">
                  <c:v>1.5703125</c:v>
                </c:pt>
                <c:pt idx="403">
                  <c:v>1.57421875</c:v>
                </c:pt>
                <c:pt idx="404">
                  <c:v>1.578125</c:v>
                </c:pt>
                <c:pt idx="405">
                  <c:v>1.58203125</c:v>
                </c:pt>
                <c:pt idx="406">
                  <c:v>1.5859375</c:v>
                </c:pt>
                <c:pt idx="407">
                  <c:v>1.58984375</c:v>
                </c:pt>
                <c:pt idx="408">
                  <c:v>1.59375</c:v>
                </c:pt>
                <c:pt idx="409">
                  <c:v>1.59765625</c:v>
                </c:pt>
                <c:pt idx="410">
                  <c:v>1.6015625</c:v>
                </c:pt>
                <c:pt idx="411">
                  <c:v>1.60546875</c:v>
                </c:pt>
                <c:pt idx="412">
                  <c:v>1.609375</c:v>
                </c:pt>
                <c:pt idx="413">
                  <c:v>1.61328125</c:v>
                </c:pt>
                <c:pt idx="414">
                  <c:v>1.6171875</c:v>
                </c:pt>
                <c:pt idx="415">
                  <c:v>1.62109375</c:v>
                </c:pt>
                <c:pt idx="416">
                  <c:v>1.625</c:v>
                </c:pt>
                <c:pt idx="417">
                  <c:v>1.62890625</c:v>
                </c:pt>
                <c:pt idx="418">
                  <c:v>1.6328125</c:v>
                </c:pt>
                <c:pt idx="419">
                  <c:v>1.63671875</c:v>
                </c:pt>
                <c:pt idx="420">
                  <c:v>1.640625</c:v>
                </c:pt>
                <c:pt idx="421">
                  <c:v>1.64453125</c:v>
                </c:pt>
                <c:pt idx="422">
                  <c:v>1.6484375</c:v>
                </c:pt>
                <c:pt idx="423">
                  <c:v>1.65234375</c:v>
                </c:pt>
                <c:pt idx="424">
                  <c:v>1.65625</c:v>
                </c:pt>
                <c:pt idx="425">
                  <c:v>1.66015625</c:v>
                </c:pt>
                <c:pt idx="426">
                  <c:v>1.6640625</c:v>
                </c:pt>
                <c:pt idx="427">
                  <c:v>1.66796875</c:v>
                </c:pt>
                <c:pt idx="428">
                  <c:v>1.671875</c:v>
                </c:pt>
                <c:pt idx="429">
                  <c:v>1.67578125</c:v>
                </c:pt>
                <c:pt idx="430">
                  <c:v>1.6796875</c:v>
                </c:pt>
                <c:pt idx="431">
                  <c:v>1.68359375</c:v>
                </c:pt>
                <c:pt idx="432">
                  <c:v>1.6875</c:v>
                </c:pt>
                <c:pt idx="433">
                  <c:v>1.69140625</c:v>
                </c:pt>
                <c:pt idx="434">
                  <c:v>1.6953125</c:v>
                </c:pt>
                <c:pt idx="435">
                  <c:v>1.69921875</c:v>
                </c:pt>
                <c:pt idx="436">
                  <c:v>1.703125</c:v>
                </c:pt>
                <c:pt idx="437">
                  <c:v>1.70703125</c:v>
                </c:pt>
                <c:pt idx="438">
                  <c:v>1.7109375</c:v>
                </c:pt>
                <c:pt idx="439">
                  <c:v>1.71484375</c:v>
                </c:pt>
                <c:pt idx="440">
                  <c:v>1.71875</c:v>
                </c:pt>
                <c:pt idx="441">
                  <c:v>1.72265625</c:v>
                </c:pt>
                <c:pt idx="442">
                  <c:v>1.7265625</c:v>
                </c:pt>
                <c:pt idx="443">
                  <c:v>1.73046875</c:v>
                </c:pt>
                <c:pt idx="444">
                  <c:v>1.734375</c:v>
                </c:pt>
                <c:pt idx="445">
                  <c:v>1.73828125</c:v>
                </c:pt>
                <c:pt idx="446">
                  <c:v>1.7421875</c:v>
                </c:pt>
                <c:pt idx="447">
                  <c:v>1.74609375</c:v>
                </c:pt>
                <c:pt idx="448">
                  <c:v>1.75</c:v>
                </c:pt>
                <c:pt idx="449">
                  <c:v>1.75390625</c:v>
                </c:pt>
                <c:pt idx="450">
                  <c:v>1.7578125</c:v>
                </c:pt>
                <c:pt idx="451">
                  <c:v>1.76171875</c:v>
                </c:pt>
                <c:pt idx="452">
                  <c:v>1.765625</c:v>
                </c:pt>
                <c:pt idx="453">
                  <c:v>1.76953125</c:v>
                </c:pt>
                <c:pt idx="454">
                  <c:v>1.7734375</c:v>
                </c:pt>
                <c:pt idx="455">
                  <c:v>1.77734375</c:v>
                </c:pt>
                <c:pt idx="456">
                  <c:v>1.78125</c:v>
                </c:pt>
                <c:pt idx="457">
                  <c:v>1.78515625</c:v>
                </c:pt>
                <c:pt idx="458">
                  <c:v>1.7890625</c:v>
                </c:pt>
                <c:pt idx="459">
                  <c:v>1.79296875</c:v>
                </c:pt>
                <c:pt idx="460">
                  <c:v>1.796875</c:v>
                </c:pt>
                <c:pt idx="461">
                  <c:v>1.80078125</c:v>
                </c:pt>
                <c:pt idx="462">
                  <c:v>1.8046875</c:v>
                </c:pt>
                <c:pt idx="463">
                  <c:v>1.80859375</c:v>
                </c:pt>
                <c:pt idx="464">
                  <c:v>1.8125</c:v>
                </c:pt>
                <c:pt idx="465">
                  <c:v>1.81640625</c:v>
                </c:pt>
                <c:pt idx="466">
                  <c:v>1.8203125</c:v>
                </c:pt>
                <c:pt idx="467">
                  <c:v>1.82421875</c:v>
                </c:pt>
                <c:pt idx="468">
                  <c:v>1.828125</c:v>
                </c:pt>
                <c:pt idx="469">
                  <c:v>1.83203125</c:v>
                </c:pt>
                <c:pt idx="470">
                  <c:v>1.8359375</c:v>
                </c:pt>
                <c:pt idx="471">
                  <c:v>1.83984375</c:v>
                </c:pt>
                <c:pt idx="472">
                  <c:v>1.84375</c:v>
                </c:pt>
                <c:pt idx="473">
                  <c:v>1.84765625</c:v>
                </c:pt>
                <c:pt idx="474">
                  <c:v>1.8515625</c:v>
                </c:pt>
                <c:pt idx="475">
                  <c:v>1.85546875</c:v>
                </c:pt>
                <c:pt idx="476">
                  <c:v>1.859375</c:v>
                </c:pt>
                <c:pt idx="477">
                  <c:v>1.86328125</c:v>
                </c:pt>
                <c:pt idx="478">
                  <c:v>1.8671875</c:v>
                </c:pt>
                <c:pt idx="479">
                  <c:v>1.87109375</c:v>
                </c:pt>
                <c:pt idx="480">
                  <c:v>1.875</c:v>
                </c:pt>
                <c:pt idx="481">
                  <c:v>1.87890625</c:v>
                </c:pt>
                <c:pt idx="482">
                  <c:v>1.8828125</c:v>
                </c:pt>
                <c:pt idx="483">
                  <c:v>1.88671875</c:v>
                </c:pt>
                <c:pt idx="484">
                  <c:v>1.890625</c:v>
                </c:pt>
                <c:pt idx="485">
                  <c:v>1.89453125</c:v>
                </c:pt>
                <c:pt idx="486">
                  <c:v>1.8984375</c:v>
                </c:pt>
                <c:pt idx="487">
                  <c:v>1.90234375</c:v>
                </c:pt>
                <c:pt idx="488">
                  <c:v>1.90625</c:v>
                </c:pt>
                <c:pt idx="489">
                  <c:v>1.91015625</c:v>
                </c:pt>
                <c:pt idx="490">
                  <c:v>1.9140625</c:v>
                </c:pt>
                <c:pt idx="491">
                  <c:v>1.91796875</c:v>
                </c:pt>
                <c:pt idx="492">
                  <c:v>1.921875</c:v>
                </c:pt>
                <c:pt idx="493">
                  <c:v>1.92578125</c:v>
                </c:pt>
                <c:pt idx="494">
                  <c:v>1.9296875</c:v>
                </c:pt>
                <c:pt idx="495">
                  <c:v>1.93359375</c:v>
                </c:pt>
                <c:pt idx="496">
                  <c:v>1.9375</c:v>
                </c:pt>
                <c:pt idx="497">
                  <c:v>1.94140625</c:v>
                </c:pt>
                <c:pt idx="498">
                  <c:v>1.9453125</c:v>
                </c:pt>
                <c:pt idx="499">
                  <c:v>1.94921875</c:v>
                </c:pt>
                <c:pt idx="500">
                  <c:v>1.953125</c:v>
                </c:pt>
                <c:pt idx="501">
                  <c:v>1.95703125</c:v>
                </c:pt>
                <c:pt idx="502">
                  <c:v>1.9609375</c:v>
                </c:pt>
                <c:pt idx="503">
                  <c:v>1.96484375</c:v>
                </c:pt>
                <c:pt idx="504">
                  <c:v>1.96875</c:v>
                </c:pt>
                <c:pt idx="505">
                  <c:v>1.97265625</c:v>
                </c:pt>
                <c:pt idx="506">
                  <c:v>1.9765625</c:v>
                </c:pt>
                <c:pt idx="507">
                  <c:v>1.98046875</c:v>
                </c:pt>
                <c:pt idx="508">
                  <c:v>1.984375</c:v>
                </c:pt>
                <c:pt idx="509">
                  <c:v>1.98828125</c:v>
                </c:pt>
                <c:pt idx="510">
                  <c:v>1.9921875</c:v>
                </c:pt>
                <c:pt idx="511">
                  <c:v>1.99609375</c:v>
                </c:pt>
              </c:numCache>
            </c:numRef>
          </c:xVal>
          <c:yVal>
            <c:numRef>
              <c:f>Sheet1!$B$2:$B$513</c:f>
              <c:numCache>
                <c:formatCode>General</c:formatCode>
                <c:ptCount val="512"/>
                <c:pt idx="0">
                  <c:v>-1.516831736046216</c:v>
                </c:pt>
                <c:pt idx="1">
                  <c:v>-1.0915692121415512</c:v>
                </c:pt>
                <c:pt idx="2">
                  <c:v>-2.1158089964159976</c:v>
                </c:pt>
                <c:pt idx="3">
                  <c:v>-1.9490236505346246</c:v>
                </c:pt>
                <c:pt idx="4">
                  <c:v>-1.0777572321787643</c:v>
                </c:pt>
                <c:pt idx="5">
                  <c:v>-1.2213251239647969</c:v>
                </c:pt>
                <c:pt idx="6">
                  <c:v>-1.7468124239714395</c:v>
                </c:pt>
                <c:pt idx="7">
                  <c:v>-2.3060632314876983</c:v>
                </c:pt>
                <c:pt idx="8">
                  <c:v>-1.6074112766686945</c:v>
                </c:pt>
                <c:pt idx="9">
                  <c:v>-1.1441612387601987</c:v>
                </c:pt>
                <c:pt idx="10">
                  <c:v>-2.1643332924674703</c:v>
                </c:pt>
                <c:pt idx="11">
                  <c:v>-1.523818163248029</c:v>
                </c:pt>
                <c:pt idx="12">
                  <c:v>-1.3842792672731037</c:v>
                </c:pt>
                <c:pt idx="13">
                  <c:v>-0.3686009792077591</c:v>
                </c:pt>
                <c:pt idx="14">
                  <c:v>-0.347068935112547</c:v>
                </c:pt>
                <c:pt idx="15">
                  <c:v>0.5634771574234426</c:v>
                </c:pt>
                <c:pt idx="16">
                  <c:v>0.5818931014433838</c:v>
                </c:pt>
                <c:pt idx="17">
                  <c:v>1.6541184198811019</c:v>
                </c:pt>
                <c:pt idx="18">
                  <c:v>1.3931060896735883</c:v>
                </c:pt>
                <c:pt idx="19">
                  <c:v>0.7720856972884798</c:v>
                </c:pt>
                <c:pt idx="20">
                  <c:v>-0.3715502781394745</c:v>
                </c:pt>
                <c:pt idx="21">
                  <c:v>0.6853499689542484</c:v>
                </c:pt>
                <c:pt idx="22">
                  <c:v>0.7787588531164297</c:v>
                </c:pt>
                <c:pt idx="23">
                  <c:v>0.4904074624446043</c:v>
                </c:pt>
                <c:pt idx="24">
                  <c:v>-0.267065071802892</c:v>
                </c:pt>
                <c:pt idx="25">
                  <c:v>0.5431341045239957</c:v>
                </c:pt>
                <c:pt idx="26">
                  <c:v>0.3549808165588598</c:v>
                </c:pt>
                <c:pt idx="27">
                  <c:v>-0.06070980108945251</c:v>
                </c:pt>
                <c:pt idx="28">
                  <c:v>0.29639632540079486</c:v>
                </c:pt>
                <c:pt idx="29">
                  <c:v>-0.714352746304181</c:v>
                </c:pt>
                <c:pt idx="30">
                  <c:v>-0.6702090990616828</c:v>
                </c:pt>
                <c:pt idx="31">
                  <c:v>-1.0098313148064502</c:v>
                </c:pt>
                <c:pt idx="32">
                  <c:v>-2.3654587637571995</c:v>
                </c:pt>
                <c:pt idx="33">
                  <c:v>-2.254624429775017</c:v>
                </c:pt>
                <c:pt idx="34">
                  <c:v>-1.9615958614733755</c:v>
                </c:pt>
                <c:pt idx="35">
                  <c:v>-2.0374512684086525</c:v>
                </c:pt>
                <c:pt idx="36">
                  <c:v>-2.7350990763424523</c:v>
                </c:pt>
                <c:pt idx="37">
                  <c:v>-1.814189039652757</c:v>
                </c:pt>
                <c:pt idx="38">
                  <c:v>-0.6313961688021448</c:v>
                </c:pt>
                <c:pt idx="39">
                  <c:v>-1.7212110170318962</c:v>
                </c:pt>
                <c:pt idx="40">
                  <c:v>-0.8381180665122356</c:v>
                </c:pt>
                <c:pt idx="41">
                  <c:v>-1.1757719957512003</c:v>
                </c:pt>
                <c:pt idx="42">
                  <c:v>-1.163138546603954</c:v>
                </c:pt>
                <c:pt idx="43">
                  <c:v>0.2200345938691325</c:v>
                </c:pt>
                <c:pt idx="44">
                  <c:v>-0.48468647124217096</c:v>
                </c:pt>
                <c:pt idx="45">
                  <c:v>-1.2906798467792993</c:v>
                </c:pt>
                <c:pt idx="46">
                  <c:v>-0.07502986065275724</c:v>
                </c:pt>
                <c:pt idx="47">
                  <c:v>0.8580441177850191</c:v>
                </c:pt>
                <c:pt idx="48">
                  <c:v>0.7879342764538843</c:v>
                </c:pt>
                <c:pt idx="49">
                  <c:v>1.3233423095176426</c:v>
                </c:pt>
                <c:pt idx="50">
                  <c:v>1.4326583147020826</c:v>
                </c:pt>
                <c:pt idx="51">
                  <c:v>2.185412765084257</c:v>
                </c:pt>
                <c:pt idx="52">
                  <c:v>2.360323445595953</c:v>
                </c:pt>
                <c:pt idx="53">
                  <c:v>0.8428373829208329</c:v>
                </c:pt>
                <c:pt idx="54">
                  <c:v>0.9334715684136777</c:v>
                </c:pt>
                <c:pt idx="55">
                  <c:v>0.6093436206411668</c:v>
                </c:pt>
                <c:pt idx="56">
                  <c:v>0.5926657573636548</c:v>
                </c:pt>
                <c:pt idx="57">
                  <c:v>-0.5613992183416041</c:v>
                </c:pt>
                <c:pt idx="58">
                  <c:v>-0.5294317983190362</c:v>
                </c:pt>
                <c:pt idx="59">
                  <c:v>-0.12344443098425634</c:v>
                </c:pt>
                <c:pt idx="60">
                  <c:v>0.4694123902872166</c:v>
                </c:pt>
                <c:pt idx="61">
                  <c:v>0.198764301387913</c:v>
                </c:pt>
                <c:pt idx="62">
                  <c:v>-1.3204438378295476</c:v>
                </c:pt>
                <c:pt idx="63">
                  <c:v>-1.146709401435615</c:v>
                </c:pt>
                <c:pt idx="64">
                  <c:v>-0.6243829731612597</c:v>
                </c:pt>
                <c:pt idx="65">
                  <c:v>-2.420128337973046</c:v>
                </c:pt>
                <c:pt idx="66">
                  <c:v>-2.4166854354632927</c:v>
                </c:pt>
                <c:pt idx="67">
                  <c:v>-2.4020088043835823</c:v>
                </c:pt>
                <c:pt idx="68">
                  <c:v>-1.5779206031611777</c:v>
                </c:pt>
                <c:pt idx="69">
                  <c:v>-1.8115279448434887</c:v>
                </c:pt>
                <c:pt idx="70">
                  <c:v>-2.3429268857395003</c:v>
                </c:pt>
                <c:pt idx="71">
                  <c:v>-1.9793286092275322</c:v>
                </c:pt>
                <c:pt idx="72">
                  <c:v>-1.1556201876843377</c:v>
                </c:pt>
                <c:pt idx="73">
                  <c:v>0.12363652353496324</c:v>
                </c:pt>
                <c:pt idx="74">
                  <c:v>-0.7440220451809296</c:v>
                </c:pt>
                <c:pt idx="75">
                  <c:v>-0.5963257630764434</c:v>
                </c:pt>
                <c:pt idx="76">
                  <c:v>0.11859247399421777</c:v>
                </c:pt>
                <c:pt idx="77">
                  <c:v>0.1621788223445124</c:v>
                </c:pt>
                <c:pt idx="78">
                  <c:v>-0.062296939440432034</c:v>
                </c:pt>
                <c:pt idx="79">
                  <c:v>-0.592349515989867</c:v>
                </c:pt>
                <c:pt idx="80">
                  <c:v>0.32386833294711914</c:v>
                </c:pt>
                <c:pt idx="81">
                  <c:v>0.7067363241809761</c:v>
                </c:pt>
                <c:pt idx="82">
                  <c:v>1.6236520428405603</c:v>
                </c:pt>
                <c:pt idx="83">
                  <c:v>1.4189316786562358</c:v>
                </c:pt>
                <c:pt idx="84">
                  <c:v>1.4621542467079653</c:v>
                </c:pt>
                <c:pt idx="85">
                  <c:v>2.208658716980413</c:v>
                </c:pt>
                <c:pt idx="86">
                  <c:v>1.6448233398636016</c:v>
                </c:pt>
                <c:pt idx="87">
                  <c:v>1.671546762088101</c:v>
                </c:pt>
                <c:pt idx="88">
                  <c:v>0.7518619409806158</c:v>
                </c:pt>
                <c:pt idx="89">
                  <c:v>0.8617074306464411</c:v>
                </c:pt>
                <c:pt idx="90">
                  <c:v>-0.3618693834825172</c:v>
                </c:pt>
                <c:pt idx="91">
                  <c:v>-0.3408851976756861</c:v>
                </c:pt>
                <c:pt idx="92">
                  <c:v>-1.707239669866384</c:v>
                </c:pt>
                <c:pt idx="93">
                  <c:v>-1.7515296420048445</c:v>
                </c:pt>
                <c:pt idx="94">
                  <c:v>-0.8270190453557066</c:v>
                </c:pt>
                <c:pt idx="95">
                  <c:v>-1.3563885320127447</c:v>
                </c:pt>
                <c:pt idx="96">
                  <c:v>-1.1805770421038728</c:v>
                </c:pt>
                <c:pt idx="97">
                  <c:v>-0.16373107866594827</c:v>
                </c:pt>
                <c:pt idx="98">
                  <c:v>-1.4345329928000847</c:v>
                </c:pt>
                <c:pt idx="99">
                  <c:v>-1.7138924429498936</c:v>
                </c:pt>
                <c:pt idx="100">
                  <c:v>-1.9241417861969594</c:v>
                </c:pt>
                <c:pt idx="101">
                  <c:v>-1.9400583885443459</c:v>
                </c:pt>
                <c:pt idx="102">
                  <c:v>-1.994261093091057</c:v>
                </c:pt>
                <c:pt idx="103">
                  <c:v>-1.9237339306621657</c:v>
                </c:pt>
                <c:pt idx="104">
                  <c:v>-1.5859180960803052</c:v>
                </c:pt>
                <c:pt idx="105">
                  <c:v>-1.3172554070465905</c:v>
                </c:pt>
                <c:pt idx="106">
                  <c:v>-1.1801808729420113</c:v>
                </c:pt>
                <c:pt idx="107">
                  <c:v>-0.08604111771245207</c:v>
                </c:pt>
                <c:pt idx="108">
                  <c:v>0.14380097556548282</c:v>
                </c:pt>
                <c:pt idx="109">
                  <c:v>-0.18085461880831716</c:v>
                </c:pt>
                <c:pt idx="110">
                  <c:v>0.8801807207669484</c:v>
                </c:pt>
                <c:pt idx="111">
                  <c:v>0.6990082244895823</c:v>
                </c:pt>
                <c:pt idx="112">
                  <c:v>1.3091103194910176</c:v>
                </c:pt>
                <c:pt idx="113">
                  <c:v>0.6503772466859924</c:v>
                </c:pt>
                <c:pt idx="114">
                  <c:v>0.7644449674414754</c:v>
                </c:pt>
                <c:pt idx="115">
                  <c:v>0.8417999630630952</c:v>
                </c:pt>
                <c:pt idx="116">
                  <c:v>1.101452873642597</c:v>
                </c:pt>
                <c:pt idx="117">
                  <c:v>0.105147976852346</c:v>
                </c:pt>
                <c:pt idx="118">
                  <c:v>0.6838407656664767</c:v>
                </c:pt>
                <c:pt idx="119">
                  <c:v>1.7637543587297022</c:v>
                </c:pt>
                <c:pt idx="120">
                  <c:v>0.6074041944697984</c:v>
                </c:pt>
                <c:pt idx="121">
                  <c:v>1.3763133051664929</c:v>
                </c:pt>
                <c:pt idx="122">
                  <c:v>-0.29157076224475376</c:v>
                </c:pt>
                <c:pt idx="123">
                  <c:v>0.6306222934130181</c:v>
                </c:pt>
                <c:pt idx="124">
                  <c:v>-0.48122021181414565</c:v>
                </c:pt>
                <c:pt idx="125">
                  <c:v>-0.5360430422259361</c:v>
                </c:pt>
                <c:pt idx="126">
                  <c:v>-1.4382490891943651</c:v>
                </c:pt>
                <c:pt idx="127">
                  <c:v>-2.195537192788949</c:v>
                </c:pt>
                <c:pt idx="128">
                  <c:v>-0.7670363604764114</c:v>
                </c:pt>
                <c:pt idx="129">
                  <c:v>-0.8290039327423389</c:v>
                </c:pt>
                <c:pt idx="130">
                  <c:v>-1.704895249306191</c:v>
                </c:pt>
                <c:pt idx="131">
                  <c:v>-1.5719120199828056</c:v>
                </c:pt>
                <c:pt idx="132">
                  <c:v>-1.1468508049173618</c:v>
                </c:pt>
                <c:pt idx="133">
                  <c:v>-1.5953642068398228</c:v>
                </c:pt>
                <c:pt idx="134">
                  <c:v>-1.0724152654932864</c:v>
                </c:pt>
                <c:pt idx="135">
                  <c:v>-1.9021058717076564</c:v>
                </c:pt>
                <c:pt idx="136">
                  <c:v>-1.3856693980044616</c:v>
                </c:pt>
                <c:pt idx="137">
                  <c:v>-1.5803632351057164</c:v>
                </c:pt>
                <c:pt idx="138">
                  <c:v>-1.6054609084531304</c:v>
                </c:pt>
                <c:pt idx="139">
                  <c:v>-1.6551305253799375</c:v>
                </c:pt>
                <c:pt idx="140">
                  <c:v>0.27670426255414743</c:v>
                </c:pt>
                <c:pt idx="141">
                  <c:v>0.3841059454134606</c:v>
                </c:pt>
                <c:pt idx="142">
                  <c:v>1.1601200471587159</c:v>
                </c:pt>
                <c:pt idx="143">
                  <c:v>0.9209836444511005</c:v>
                </c:pt>
                <c:pt idx="144">
                  <c:v>1.08744444095076</c:v>
                </c:pt>
                <c:pt idx="145">
                  <c:v>1.63467227451754</c:v>
                </c:pt>
                <c:pt idx="146">
                  <c:v>1.3220309500744294</c:v>
                </c:pt>
                <c:pt idx="147">
                  <c:v>1.1132750393907944</c:v>
                </c:pt>
                <c:pt idx="148">
                  <c:v>0.8475185936136044</c:v>
                </c:pt>
                <c:pt idx="149">
                  <c:v>1.0500884906216705</c:v>
                </c:pt>
                <c:pt idx="150">
                  <c:v>0.43939762328097864</c:v>
                </c:pt>
                <c:pt idx="151">
                  <c:v>0.33737611475756074</c:v>
                </c:pt>
                <c:pt idx="152">
                  <c:v>1.4287125417034796</c:v>
                </c:pt>
                <c:pt idx="153">
                  <c:v>0.7207967594752267</c:v>
                </c:pt>
                <c:pt idx="154">
                  <c:v>0.5875244789914671</c:v>
                </c:pt>
                <c:pt idx="155">
                  <c:v>0.7234252905753806</c:v>
                </c:pt>
                <c:pt idx="156">
                  <c:v>0.7224205722211476</c:v>
                </c:pt>
                <c:pt idx="157">
                  <c:v>-0.7333369342436509</c:v>
                </c:pt>
                <c:pt idx="158">
                  <c:v>-0.4757077555858138</c:v>
                </c:pt>
                <c:pt idx="159">
                  <c:v>-1.4167785715026682</c:v>
                </c:pt>
                <c:pt idx="160">
                  <c:v>-2.6181100082914486</c:v>
                </c:pt>
                <c:pt idx="161">
                  <c:v>-1.5947337455772201</c:v>
                </c:pt>
                <c:pt idx="162">
                  <c:v>-1.741241359043349</c:v>
                </c:pt>
                <c:pt idx="163">
                  <c:v>-1.7517009775985386</c:v>
                </c:pt>
                <c:pt idx="164">
                  <c:v>-2.2383860338131654</c:v>
                </c:pt>
                <c:pt idx="165">
                  <c:v>-1.3581617586867214</c:v>
                </c:pt>
                <c:pt idx="166">
                  <c:v>-1.1982690623922545</c:v>
                </c:pt>
                <c:pt idx="167">
                  <c:v>-0.8003925350549049</c:v>
                </c:pt>
                <c:pt idx="168">
                  <c:v>-1.4330351080591628</c:v>
                </c:pt>
                <c:pt idx="169">
                  <c:v>-1.484608071673124</c:v>
                </c:pt>
                <c:pt idx="170">
                  <c:v>0.02021305926530237</c:v>
                </c:pt>
                <c:pt idx="171">
                  <c:v>-0.6130841825008573</c:v>
                </c:pt>
                <c:pt idx="172">
                  <c:v>-0.39963220977082103</c:v>
                </c:pt>
                <c:pt idx="173">
                  <c:v>-0.4678574717616838</c:v>
                </c:pt>
                <c:pt idx="174">
                  <c:v>-0.007212521934599675</c:v>
                </c:pt>
                <c:pt idx="175">
                  <c:v>0.6713170123692707</c:v>
                </c:pt>
                <c:pt idx="176">
                  <c:v>1.4592733653071992</c:v>
                </c:pt>
                <c:pt idx="177">
                  <c:v>1.184510136897278</c:v>
                </c:pt>
                <c:pt idx="178">
                  <c:v>1.7002107414855785</c:v>
                </c:pt>
                <c:pt idx="179">
                  <c:v>2.2023551652600286</c:v>
                </c:pt>
                <c:pt idx="180">
                  <c:v>2.5510392975935963</c:v>
                </c:pt>
                <c:pt idx="181">
                  <c:v>1.7631390489126768</c:v>
                </c:pt>
                <c:pt idx="182">
                  <c:v>1.3256376610250395</c:v>
                </c:pt>
                <c:pt idx="183">
                  <c:v>0.8770009992001102</c:v>
                </c:pt>
                <c:pt idx="184">
                  <c:v>0.22763593656041115</c:v>
                </c:pt>
                <c:pt idx="185">
                  <c:v>0.7155874384246015</c:v>
                </c:pt>
                <c:pt idx="186">
                  <c:v>0.4829324394265692</c:v>
                </c:pt>
                <c:pt idx="187">
                  <c:v>0.21960177094244765</c:v>
                </c:pt>
                <c:pt idx="188">
                  <c:v>0.6281754106152289</c:v>
                </c:pt>
                <c:pt idx="189">
                  <c:v>0.35568773252945757</c:v>
                </c:pt>
                <c:pt idx="190">
                  <c:v>-0.028951823732727533</c:v>
                </c:pt>
                <c:pt idx="191">
                  <c:v>-0.05139617676807545</c:v>
                </c:pt>
                <c:pt idx="192">
                  <c:v>-0.7962032828605918</c:v>
                </c:pt>
                <c:pt idx="193">
                  <c:v>-0.516292426124416</c:v>
                </c:pt>
                <c:pt idx="194">
                  <c:v>-2.4425393596932308</c:v>
                </c:pt>
                <c:pt idx="195">
                  <c:v>-1.6426081557613998</c:v>
                </c:pt>
                <c:pt idx="196">
                  <c:v>-1.592319899514824</c:v>
                </c:pt>
                <c:pt idx="197">
                  <c:v>-1.3985190668361067</c:v>
                </c:pt>
                <c:pt idx="198">
                  <c:v>-1.0189089490117058</c:v>
                </c:pt>
                <c:pt idx="199">
                  <c:v>-0.8131626642011885</c:v>
                </c:pt>
                <c:pt idx="200">
                  <c:v>-1.224985381823422</c:v>
                </c:pt>
                <c:pt idx="201">
                  <c:v>-0.9874253537688997</c:v>
                </c:pt>
                <c:pt idx="202">
                  <c:v>0.15165176865011146</c:v>
                </c:pt>
                <c:pt idx="203">
                  <c:v>-0.5799469004178146</c:v>
                </c:pt>
                <c:pt idx="204">
                  <c:v>0.29182076359563736</c:v>
                </c:pt>
                <c:pt idx="205">
                  <c:v>0.9328579055016568</c:v>
                </c:pt>
                <c:pt idx="206">
                  <c:v>-0.37381195260520067</c:v>
                </c:pt>
                <c:pt idx="207">
                  <c:v>-0.7001521411290946</c:v>
                </c:pt>
                <c:pt idx="208">
                  <c:v>0.7870199376295681</c:v>
                </c:pt>
                <c:pt idx="209">
                  <c:v>1.2685094271276012</c:v>
                </c:pt>
                <c:pt idx="210">
                  <c:v>1.331358029328863</c:v>
                </c:pt>
                <c:pt idx="211">
                  <c:v>1.4863257298045451</c:v>
                </c:pt>
                <c:pt idx="212">
                  <c:v>1.4305798017651925</c:v>
                </c:pt>
                <c:pt idx="213">
                  <c:v>1.5724387516182032</c:v>
                </c:pt>
                <c:pt idx="214">
                  <c:v>2.069206221438981</c:v>
                </c:pt>
                <c:pt idx="215">
                  <c:v>1.10805076176371</c:v>
                </c:pt>
                <c:pt idx="216">
                  <c:v>0.362729600776442</c:v>
                </c:pt>
                <c:pt idx="217">
                  <c:v>1.1755021195093303</c:v>
                </c:pt>
                <c:pt idx="218">
                  <c:v>0.5409003657020509</c:v>
                </c:pt>
                <c:pt idx="219">
                  <c:v>0.036261750826586864</c:v>
                </c:pt>
                <c:pt idx="220">
                  <c:v>-1.041816441198666</c:v>
                </c:pt>
                <c:pt idx="221">
                  <c:v>-0.7801640279792348</c:v>
                </c:pt>
                <c:pt idx="222">
                  <c:v>-0.787318883581068</c:v>
                </c:pt>
                <c:pt idx="223">
                  <c:v>-0.997513233331685</c:v>
                </c:pt>
                <c:pt idx="224">
                  <c:v>-0.8129478676997701</c:v>
                </c:pt>
                <c:pt idx="225">
                  <c:v>-1.172087280490409</c:v>
                </c:pt>
                <c:pt idx="226">
                  <c:v>-0.5453205846030569</c:v>
                </c:pt>
                <c:pt idx="227">
                  <c:v>-0.9249554573594033</c:v>
                </c:pt>
                <c:pt idx="228">
                  <c:v>-0.7494331150395591</c:v>
                </c:pt>
                <c:pt idx="229">
                  <c:v>-2.432324930704181</c:v>
                </c:pt>
                <c:pt idx="230">
                  <c:v>-1.1584705962238302</c:v>
                </c:pt>
                <c:pt idx="231">
                  <c:v>-1.5139953269005333</c:v>
                </c:pt>
                <c:pt idx="232">
                  <c:v>-1.550531798835225</c:v>
                </c:pt>
                <c:pt idx="233">
                  <c:v>-1.8453954889515831</c:v>
                </c:pt>
                <c:pt idx="234">
                  <c:v>-0.5634272435539103</c:v>
                </c:pt>
                <c:pt idx="235">
                  <c:v>0.6431261647178237</c:v>
                </c:pt>
                <c:pt idx="236">
                  <c:v>0.4502942781062223</c:v>
                </c:pt>
                <c:pt idx="237">
                  <c:v>0.6899968213248412</c:v>
                </c:pt>
                <c:pt idx="238">
                  <c:v>0.9926412446090641</c:v>
                </c:pt>
                <c:pt idx="239">
                  <c:v>1.9651878538093788</c:v>
                </c:pt>
                <c:pt idx="240">
                  <c:v>1.2228731303664302</c:v>
                </c:pt>
                <c:pt idx="241">
                  <c:v>-0.06539688965465895</c:v>
                </c:pt>
                <c:pt idx="242">
                  <c:v>0.7742464907110482</c:v>
                </c:pt>
                <c:pt idx="243">
                  <c:v>0.5834802563332747</c:v>
                </c:pt>
                <c:pt idx="244">
                  <c:v>0.05359032487188453</c:v>
                </c:pt>
                <c:pt idx="245">
                  <c:v>1.1277069074994341</c:v>
                </c:pt>
                <c:pt idx="246">
                  <c:v>2.1553961223157043</c:v>
                </c:pt>
                <c:pt idx="247">
                  <c:v>1.9841758821298476</c:v>
                </c:pt>
                <c:pt idx="248">
                  <c:v>1.4002650304099902</c:v>
                </c:pt>
                <c:pt idx="249">
                  <c:v>0.9348118642604277</c:v>
                </c:pt>
                <c:pt idx="250">
                  <c:v>1.3658523701809306</c:v>
                </c:pt>
                <c:pt idx="251">
                  <c:v>0.724022468213708</c:v>
                </c:pt>
                <c:pt idx="252">
                  <c:v>0.28393070761653993</c:v>
                </c:pt>
                <c:pt idx="253">
                  <c:v>-0.5475118480555974</c:v>
                </c:pt>
                <c:pt idx="254">
                  <c:v>-1.116724324040262</c:v>
                </c:pt>
                <c:pt idx="255">
                  <c:v>-0.7783382233477701</c:v>
                </c:pt>
                <c:pt idx="256">
                  <c:v>-0.7173089848887486</c:v>
                </c:pt>
                <c:pt idx="257">
                  <c:v>-1.0175373750779324</c:v>
                </c:pt>
                <c:pt idx="258">
                  <c:v>-1.7814471954984672</c:v>
                </c:pt>
                <c:pt idx="259">
                  <c:v>-0.8555848888375609</c:v>
                </c:pt>
                <c:pt idx="260">
                  <c:v>-1.019836417089932</c:v>
                </c:pt>
                <c:pt idx="261">
                  <c:v>-0.30142977471387994</c:v>
                </c:pt>
                <c:pt idx="262">
                  <c:v>-1.77598662382514</c:v>
                </c:pt>
                <c:pt idx="263">
                  <c:v>-1.357107835178969</c:v>
                </c:pt>
                <c:pt idx="264">
                  <c:v>-1.003477941125387</c:v>
                </c:pt>
                <c:pt idx="265">
                  <c:v>-1.4571821092192736</c:v>
                </c:pt>
                <c:pt idx="266">
                  <c:v>-0.1867509308700248</c:v>
                </c:pt>
                <c:pt idx="267">
                  <c:v>-0.06109934889895008</c:v>
                </c:pt>
                <c:pt idx="268">
                  <c:v>-0.13595545729331127</c:v>
                </c:pt>
                <c:pt idx="269">
                  <c:v>1.1620967869488206</c:v>
                </c:pt>
                <c:pt idx="270">
                  <c:v>1.2569596121221354</c:v>
                </c:pt>
                <c:pt idx="271">
                  <c:v>0.0996894552456884</c:v>
                </c:pt>
                <c:pt idx="272">
                  <c:v>1.8730927885146722</c:v>
                </c:pt>
                <c:pt idx="273">
                  <c:v>2.114227929349841</c:v>
                </c:pt>
                <c:pt idx="274">
                  <c:v>1.9713798009166164</c:v>
                </c:pt>
                <c:pt idx="275">
                  <c:v>0.984522238745654</c:v>
                </c:pt>
                <c:pt idx="276">
                  <c:v>1.2542109613060506</c:v>
                </c:pt>
                <c:pt idx="277">
                  <c:v>1.4634517678692143</c:v>
                </c:pt>
                <c:pt idx="278">
                  <c:v>1.9525806230928646</c:v>
                </c:pt>
                <c:pt idx="279">
                  <c:v>1.2086785803009588</c:v>
                </c:pt>
                <c:pt idx="280">
                  <c:v>1.0391447344715754</c:v>
                </c:pt>
                <c:pt idx="281">
                  <c:v>2.0676549227751897</c:v>
                </c:pt>
                <c:pt idx="282">
                  <c:v>1.1682613534152027</c:v>
                </c:pt>
                <c:pt idx="283">
                  <c:v>0.7521112490979102</c:v>
                </c:pt>
                <c:pt idx="284">
                  <c:v>-0.3732143060670327</c:v>
                </c:pt>
                <c:pt idx="285">
                  <c:v>0.981680664574504</c:v>
                </c:pt>
                <c:pt idx="286">
                  <c:v>0.4060981137797868</c:v>
                </c:pt>
                <c:pt idx="287">
                  <c:v>-0.36635858345910266</c:v>
                </c:pt>
                <c:pt idx="288">
                  <c:v>-1.1718581388411666</c:v>
                </c:pt>
                <c:pt idx="289">
                  <c:v>-1.5237401353180988</c:v>
                </c:pt>
                <c:pt idx="290">
                  <c:v>-1.2822419397233467</c:v>
                </c:pt>
                <c:pt idx="291">
                  <c:v>-1.5464563269581364</c:v>
                </c:pt>
                <c:pt idx="292">
                  <c:v>-1.6413718222098717</c:v>
                </c:pt>
                <c:pt idx="293">
                  <c:v>-1.1890049521985355</c:v>
                </c:pt>
                <c:pt idx="294">
                  <c:v>0.07337095233487467</c:v>
                </c:pt>
                <c:pt idx="295">
                  <c:v>-0.13815263664803185</c:v>
                </c:pt>
                <c:pt idx="296">
                  <c:v>-0.6135287979058351</c:v>
                </c:pt>
                <c:pt idx="297">
                  <c:v>-0.8517889483712102</c:v>
                </c:pt>
                <c:pt idx="298">
                  <c:v>-0.5210417720578818</c:v>
                </c:pt>
                <c:pt idx="299">
                  <c:v>0.680979801011578</c:v>
                </c:pt>
                <c:pt idx="300">
                  <c:v>0.04091763154215572</c:v>
                </c:pt>
                <c:pt idx="301">
                  <c:v>-0.07932884575443316</c:v>
                </c:pt>
                <c:pt idx="302">
                  <c:v>0.37755604208629645</c:v>
                </c:pt>
                <c:pt idx="303">
                  <c:v>0.7419517946585443</c:v>
                </c:pt>
                <c:pt idx="304">
                  <c:v>1.4858477141494235</c:v>
                </c:pt>
                <c:pt idx="305">
                  <c:v>2.0527502813164</c:v>
                </c:pt>
                <c:pt idx="306">
                  <c:v>1.9300082272940977</c:v>
                </c:pt>
                <c:pt idx="307">
                  <c:v>2.42740356531303</c:v>
                </c:pt>
                <c:pt idx="308">
                  <c:v>2.2584517292550848</c:v>
                </c:pt>
                <c:pt idx="309">
                  <c:v>1.8415143477294462</c:v>
                </c:pt>
                <c:pt idx="310">
                  <c:v>0.7708633771306352</c:v>
                </c:pt>
                <c:pt idx="311">
                  <c:v>1.3578744386190806</c:v>
                </c:pt>
                <c:pt idx="312">
                  <c:v>0.7971662227289524</c:v>
                </c:pt>
                <c:pt idx="313">
                  <c:v>1.0173933476226038</c:v>
                </c:pt>
                <c:pt idx="314">
                  <c:v>0.03118376000076062</c:v>
                </c:pt>
                <c:pt idx="315">
                  <c:v>0.8713864571086694</c:v>
                </c:pt>
                <c:pt idx="316">
                  <c:v>1.397974515093272</c:v>
                </c:pt>
                <c:pt idx="317">
                  <c:v>0.18940736579394066</c:v>
                </c:pt>
                <c:pt idx="318">
                  <c:v>-0.3483871707274844</c:v>
                </c:pt>
                <c:pt idx="319">
                  <c:v>-0.05576524444536489</c:v>
                </c:pt>
                <c:pt idx="320">
                  <c:v>-0.2691949868977601</c:v>
                </c:pt>
                <c:pt idx="321">
                  <c:v>-1.3234972778269927</c:v>
                </c:pt>
                <c:pt idx="322">
                  <c:v>-1.3537489072356905</c:v>
                </c:pt>
                <c:pt idx="323">
                  <c:v>-0.8042593558831987</c:v>
                </c:pt>
                <c:pt idx="324">
                  <c:v>-1.6128829535002653</c:v>
                </c:pt>
                <c:pt idx="325">
                  <c:v>-1.566387590357349</c:v>
                </c:pt>
                <c:pt idx="326">
                  <c:v>-2.019447307701707</c:v>
                </c:pt>
                <c:pt idx="327">
                  <c:v>-1.0236752000265106</c:v>
                </c:pt>
                <c:pt idx="328">
                  <c:v>-0.9582506349657411</c:v>
                </c:pt>
                <c:pt idx="329">
                  <c:v>-0.4144682926923535</c:v>
                </c:pt>
                <c:pt idx="330">
                  <c:v>0.6696882761702281</c:v>
                </c:pt>
                <c:pt idx="331">
                  <c:v>-0.22226317248555014</c:v>
                </c:pt>
                <c:pt idx="332">
                  <c:v>1.0909750989875344</c:v>
                </c:pt>
                <c:pt idx="333">
                  <c:v>1.5464649917136826</c:v>
                </c:pt>
                <c:pt idx="334">
                  <c:v>0.7866628913332617</c:v>
                </c:pt>
                <c:pt idx="335">
                  <c:v>0.8009636203700441</c:v>
                </c:pt>
                <c:pt idx="336">
                  <c:v>1.84995961924316</c:v>
                </c:pt>
                <c:pt idx="337">
                  <c:v>1.4596158775241086</c:v>
                </c:pt>
                <c:pt idx="338">
                  <c:v>1.4732050067502018</c:v>
                </c:pt>
                <c:pt idx="339">
                  <c:v>1.1565834722648147</c:v>
                </c:pt>
                <c:pt idx="340">
                  <c:v>2.131580460312027</c:v>
                </c:pt>
                <c:pt idx="341">
                  <c:v>3.212558669163938</c:v>
                </c:pt>
                <c:pt idx="342">
                  <c:v>2.8678675471321498</c:v>
                </c:pt>
                <c:pt idx="343">
                  <c:v>1.4116276944601567</c:v>
                </c:pt>
                <c:pt idx="344">
                  <c:v>1.0060109768085668</c:v>
                </c:pt>
                <c:pt idx="345">
                  <c:v>1.0080712628518584</c:v>
                </c:pt>
                <c:pt idx="346">
                  <c:v>0.9854064794068635</c:v>
                </c:pt>
                <c:pt idx="347">
                  <c:v>0.04462780544368744</c:v>
                </c:pt>
                <c:pt idx="348">
                  <c:v>-0.21811283980634066</c:v>
                </c:pt>
                <c:pt idx="349">
                  <c:v>-0.07018097478972687</c:v>
                </c:pt>
                <c:pt idx="350">
                  <c:v>-0.1935816819436243</c:v>
                </c:pt>
                <c:pt idx="351">
                  <c:v>-0.3397097420270459</c:v>
                </c:pt>
                <c:pt idx="352">
                  <c:v>-0.5327599764144707</c:v>
                </c:pt>
                <c:pt idx="353">
                  <c:v>-0.5841331430815222</c:v>
                </c:pt>
                <c:pt idx="354">
                  <c:v>-0.2073318790698543</c:v>
                </c:pt>
                <c:pt idx="355">
                  <c:v>0.033900113386462594</c:v>
                </c:pt>
                <c:pt idx="356">
                  <c:v>-1.126313528907457</c:v>
                </c:pt>
                <c:pt idx="357">
                  <c:v>-1.5142122818088448</c:v>
                </c:pt>
                <c:pt idx="358">
                  <c:v>-2.0523633184856624</c:v>
                </c:pt>
                <c:pt idx="359">
                  <c:v>-1.0365687665440773</c:v>
                </c:pt>
                <c:pt idx="360">
                  <c:v>-2.1595020918513885</c:v>
                </c:pt>
                <c:pt idx="361">
                  <c:v>-1.568169304274742</c:v>
                </c:pt>
                <c:pt idx="362">
                  <c:v>0.2852175955077392</c:v>
                </c:pt>
                <c:pt idx="363">
                  <c:v>0.8815663574346697</c:v>
                </c:pt>
                <c:pt idx="364">
                  <c:v>0.6730995761215847</c:v>
                </c:pt>
                <c:pt idx="365">
                  <c:v>0.13525560715788965</c:v>
                </c:pt>
                <c:pt idx="366">
                  <c:v>1.2056572180773453</c:v>
                </c:pt>
                <c:pt idx="367">
                  <c:v>1.3875480579360815</c:v>
                </c:pt>
                <c:pt idx="368">
                  <c:v>1.7644980783866515</c:v>
                </c:pt>
                <c:pt idx="369">
                  <c:v>2.184174679752474</c:v>
                </c:pt>
                <c:pt idx="370">
                  <c:v>1.4247122590364445</c:v>
                </c:pt>
                <c:pt idx="371">
                  <c:v>1.3581586584630587</c:v>
                </c:pt>
                <c:pt idx="372">
                  <c:v>1.2273819156565136</c:v>
                </c:pt>
                <c:pt idx="373">
                  <c:v>1.5763785666279984</c:v>
                </c:pt>
                <c:pt idx="374">
                  <c:v>1.7090563562075503</c:v>
                </c:pt>
                <c:pt idx="375">
                  <c:v>1.676051682124187</c:v>
                </c:pt>
                <c:pt idx="376">
                  <c:v>2.2094655723956214</c:v>
                </c:pt>
                <c:pt idx="377">
                  <c:v>1.0673301501661578</c:v>
                </c:pt>
                <c:pt idx="378">
                  <c:v>1.582546117829712</c:v>
                </c:pt>
                <c:pt idx="379">
                  <c:v>1.3541994888889226</c:v>
                </c:pt>
                <c:pt idx="380">
                  <c:v>0.9712680610854331</c:v>
                </c:pt>
                <c:pt idx="381">
                  <c:v>-0.5181070685145137</c:v>
                </c:pt>
                <c:pt idx="382">
                  <c:v>-0.6859416135612526</c:v>
                </c:pt>
                <c:pt idx="383">
                  <c:v>-0.9858263179082201</c:v>
                </c:pt>
                <c:pt idx="384">
                  <c:v>-0.9287184455936577</c:v>
                </c:pt>
                <c:pt idx="385">
                  <c:v>-1.057184763299528</c:v>
                </c:pt>
                <c:pt idx="386">
                  <c:v>-1.689180400263714</c:v>
                </c:pt>
                <c:pt idx="387">
                  <c:v>-1.5296732228313101</c:v>
                </c:pt>
                <c:pt idx="388">
                  <c:v>-0.15104408584505435</c:v>
                </c:pt>
                <c:pt idx="389">
                  <c:v>-0.6784975829878426</c:v>
                </c:pt>
                <c:pt idx="390">
                  <c:v>-0.9076356150988175</c:v>
                </c:pt>
                <c:pt idx="391">
                  <c:v>-0.6476642749095367</c:v>
                </c:pt>
                <c:pt idx="392">
                  <c:v>-1.5855850652344712</c:v>
                </c:pt>
                <c:pt idx="393">
                  <c:v>-1.021722595519343</c:v>
                </c:pt>
                <c:pt idx="394">
                  <c:v>-0.692784084246738</c:v>
                </c:pt>
                <c:pt idx="395">
                  <c:v>-0.3541707740396789</c:v>
                </c:pt>
                <c:pt idx="396">
                  <c:v>0.08834808371006689</c:v>
                </c:pt>
                <c:pt idx="397">
                  <c:v>1.4610226028607736</c:v>
                </c:pt>
                <c:pt idx="398">
                  <c:v>1.3619881985446787</c:v>
                </c:pt>
                <c:pt idx="399">
                  <c:v>0.9081999565204825</c:v>
                </c:pt>
                <c:pt idx="400">
                  <c:v>1.5176666235365803</c:v>
                </c:pt>
                <c:pt idx="401">
                  <c:v>2.678047773241625</c:v>
                </c:pt>
                <c:pt idx="402">
                  <c:v>2.314056147164317</c:v>
                </c:pt>
                <c:pt idx="403">
                  <c:v>0.7835760717125991</c:v>
                </c:pt>
                <c:pt idx="404">
                  <c:v>2.148553857736229</c:v>
                </c:pt>
                <c:pt idx="405">
                  <c:v>1.9770660407456648</c:v>
                </c:pt>
                <c:pt idx="406">
                  <c:v>2.1843388048765404</c:v>
                </c:pt>
                <c:pt idx="407">
                  <c:v>1.0450190341882468</c:v>
                </c:pt>
                <c:pt idx="408">
                  <c:v>1.065667871288195</c:v>
                </c:pt>
                <c:pt idx="409">
                  <c:v>1.0273885369646243</c:v>
                </c:pt>
                <c:pt idx="410">
                  <c:v>2.7119932725523905</c:v>
                </c:pt>
                <c:pt idx="411">
                  <c:v>0.9982205174780535</c:v>
                </c:pt>
                <c:pt idx="412">
                  <c:v>1.3060952840173365</c:v>
                </c:pt>
                <c:pt idx="413">
                  <c:v>0.12923320487535045</c:v>
                </c:pt>
                <c:pt idx="414">
                  <c:v>0.18835287711057802</c:v>
                </c:pt>
                <c:pt idx="415">
                  <c:v>-1.391036736102849</c:v>
                </c:pt>
                <c:pt idx="416">
                  <c:v>-1.5076118672404646</c:v>
                </c:pt>
                <c:pt idx="417">
                  <c:v>-0.9955552552252326</c:v>
                </c:pt>
                <c:pt idx="418">
                  <c:v>-1.8099207196910847</c:v>
                </c:pt>
                <c:pt idx="419">
                  <c:v>-0.8204682701534947</c:v>
                </c:pt>
                <c:pt idx="420">
                  <c:v>-1.2704122336958816</c:v>
                </c:pt>
                <c:pt idx="421">
                  <c:v>-1.5581443469555851</c:v>
                </c:pt>
                <c:pt idx="422">
                  <c:v>-0.7101099672661827</c:v>
                </c:pt>
                <c:pt idx="423">
                  <c:v>-0.4747512729131903</c:v>
                </c:pt>
                <c:pt idx="424">
                  <c:v>-0.4919921360084689</c:v>
                </c:pt>
                <c:pt idx="425">
                  <c:v>-0.7173475406490492</c:v>
                </c:pt>
                <c:pt idx="426">
                  <c:v>-0.4951320097116389</c:v>
                </c:pt>
                <c:pt idx="427">
                  <c:v>-0.06740778904562619</c:v>
                </c:pt>
                <c:pt idx="428">
                  <c:v>-0.5418497318255987</c:v>
                </c:pt>
                <c:pt idx="429">
                  <c:v>-0.585228893543702</c:v>
                </c:pt>
                <c:pt idx="430">
                  <c:v>0.6138797893859391</c:v>
                </c:pt>
                <c:pt idx="431">
                  <c:v>1.7379716992608605</c:v>
                </c:pt>
                <c:pt idx="432">
                  <c:v>0.9247963452542102</c:v>
                </c:pt>
                <c:pt idx="433">
                  <c:v>1.755681498113071</c:v>
                </c:pt>
                <c:pt idx="434">
                  <c:v>1.9060837082076014</c:v>
                </c:pt>
                <c:pt idx="435">
                  <c:v>2.179271648669524</c:v>
                </c:pt>
                <c:pt idx="436">
                  <c:v>2.8286940163301373</c:v>
                </c:pt>
                <c:pt idx="437">
                  <c:v>1.643151222664112</c:v>
                </c:pt>
                <c:pt idx="438">
                  <c:v>2.243480984833397</c:v>
                </c:pt>
                <c:pt idx="439">
                  <c:v>1.1917947722960214</c:v>
                </c:pt>
                <c:pt idx="440">
                  <c:v>1.431876447867983</c:v>
                </c:pt>
                <c:pt idx="441">
                  <c:v>0.5907424935793417</c:v>
                </c:pt>
                <c:pt idx="442">
                  <c:v>0.10971253753252413</c:v>
                </c:pt>
                <c:pt idx="443">
                  <c:v>0.9446139477677669</c:v>
                </c:pt>
                <c:pt idx="444">
                  <c:v>0.7080521211267645</c:v>
                </c:pt>
                <c:pt idx="445">
                  <c:v>0.6651553539405789</c:v>
                </c:pt>
                <c:pt idx="446">
                  <c:v>-0.038409260243180206</c:v>
                </c:pt>
                <c:pt idx="447">
                  <c:v>-0.5726157173465153</c:v>
                </c:pt>
                <c:pt idx="448">
                  <c:v>-0.2589432816733638</c:v>
                </c:pt>
                <c:pt idx="449">
                  <c:v>-0.8003648458208862</c:v>
                </c:pt>
                <c:pt idx="450">
                  <c:v>-1.0798764715373408</c:v>
                </c:pt>
                <c:pt idx="451">
                  <c:v>-2.0717349051776006</c:v>
                </c:pt>
                <c:pt idx="452">
                  <c:v>-1.4697559428611513</c:v>
                </c:pt>
                <c:pt idx="453">
                  <c:v>-2.2079187873850854</c:v>
                </c:pt>
                <c:pt idx="454">
                  <c:v>-1.2166934581035065</c:v>
                </c:pt>
                <c:pt idx="455">
                  <c:v>-1.6172292955908614</c:v>
                </c:pt>
                <c:pt idx="456">
                  <c:v>-1.1759315774665198</c:v>
                </c:pt>
                <c:pt idx="457">
                  <c:v>0.0883812827302311</c:v>
                </c:pt>
                <c:pt idx="458">
                  <c:v>0.6201093729743908</c:v>
                </c:pt>
                <c:pt idx="459">
                  <c:v>-0.4747638935561109</c:v>
                </c:pt>
                <c:pt idx="460">
                  <c:v>0.13812668730696664</c:v>
                </c:pt>
                <c:pt idx="461">
                  <c:v>0.5467394085585017</c:v>
                </c:pt>
                <c:pt idx="462">
                  <c:v>0.17973130296097406</c:v>
                </c:pt>
                <c:pt idx="463">
                  <c:v>0.7380474580329621</c:v>
                </c:pt>
                <c:pt idx="464">
                  <c:v>0.6208265412120361</c:v>
                </c:pt>
                <c:pt idx="465">
                  <c:v>1.2334843133757758</c:v>
                </c:pt>
                <c:pt idx="466">
                  <c:v>2.0098938771820127</c:v>
                </c:pt>
                <c:pt idx="467">
                  <c:v>1.4302308475363674</c:v>
                </c:pt>
                <c:pt idx="468">
                  <c:v>2.309564192412172</c:v>
                </c:pt>
                <c:pt idx="469">
                  <c:v>2.1091471068803664</c:v>
                </c:pt>
                <c:pt idx="470">
                  <c:v>1.887239776308605</c:v>
                </c:pt>
                <c:pt idx="471">
                  <c:v>1.003595058879224</c:v>
                </c:pt>
                <c:pt idx="472">
                  <c:v>2.219775969730618</c:v>
                </c:pt>
                <c:pt idx="473">
                  <c:v>1.0794633692640483</c:v>
                </c:pt>
                <c:pt idx="474">
                  <c:v>0.9496148934471358</c:v>
                </c:pt>
                <c:pt idx="475">
                  <c:v>0.10633288333650352</c:v>
                </c:pt>
                <c:pt idx="476">
                  <c:v>-0.2620180246282848</c:v>
                </c:pt>
                <c:pt idx="477">
                  <c:v>-0.20340834309143183</c:v>
                </c:pt>
                <c:pt idx="478">
                  <c:v>0.7748418675657115</c:v>
                </c:pt>
                <c:pt idx="479">
                  <c:v>-0.8165379942925128</c:v>
                </c:pt>
                <c:pt idx="480">
                  <c:v>-1.3566398969528042</c:v>
                </c:pt>
                <c:pt idx="481">
                  <c:v>-1.034448243890314</c:v>
                </c:pt>
                <c:pt idx="482">
                  <c:v>-1.0699173789254708</c:v>
                </c:pt>
                <c:pt idx="483">
                  <c:v>-0.5099036386052542</c:v>
                </c:pt>
                <c:pt idx="484">
                  <c:v>-1.0642318992848363</c:v>
                </c:pt>
                <c:pt idx="485">
                  <c:v>-2.0152763118331403</c:v>
                </c:pt>
                <c:pt idx="486">
                  <c:v>-1.9653172278839635</c:v>
                </c:pt>
                <c:pt idx="487">
                  <c:v>-1.4194705468454374</c:v>
                </c:pt>
                <c:pt idx="488">
                  <c:v>-0.708802428122867</c:v>
                </c:pt>
                <c:pt idx="489">
                  <c:v>-2.256867557203425</c:v>
                </c:pt>
                <c:pt idx="490">
                  <c:v>0.08101156248955022</c:v>
                </c:pt>
                <c:pt idx="491">
                  <c:v>0.02043031938004547</c:v>
                </c:pt>
                <c:pt idx="492">
                  <c:v>1.1468601512294037</c:v>
                </c:pt>
                <c:pt idx="493">
                  <c:v>0.3551842146663043</c:v>
                </c:pt>
                <c:pt idx="494">
                  <c:v>1.1771863822430721</c:v>
                </c:pt>
                <c:pt idx="495">
                  <c:v>0.9453878703671498</c:v>
                </c:pt>
                <c:pt idx="496">
                  <c:v>0.9657643675519839</c:v>
                </c:pt>
                <c:pt idx="497">
                  <c:v>1.7168156389015854</c:v>
                </c:pt>
                <c:pt idx="498">
                  <c:v>1.6187315077637765</c:v>
                </c:pt>
                <c:pt idx="499">
                  <c:v>1.4478652498610136</c:v>
                </c:pt>
                <c:pt idx="500">
                  <c:v>1.279713832374626</c:v>
                </c:pt>
                <c:pt idx="501">
                  <c:v>0.6639676097488635</c:v>
                </c:pt>
                <c:pt idx="502">
                  <c:v>1.5234307668189562</c:v>
                </c:pt>
                <c:pt idx="503">
                  <c:v>2.089699772749818</c:v>
                </c:pt>
                <c:pt idx="504">
                  <c:v>2.0260650398920768</c:v>
                </c:pt>
                <c:pt idx="505">
                  <c:v>1.4472365575590909</c:v>
                </c:pt>
                <c:pt idx="506">
                  <c:v>0.4789083032165713</c:v>
                </c:pt>
                <c:pt idx="507">
                  <c:v>0.7452366907347084</c:v>
                </c:pt>
                <c:pt idx="508">
                  <c:v>0.36221409956481376</c:v>
                </c:pt>
                <c:pt idx="509">
                  <c:v>0.16989520667470942</c:v>
                </c:pt>
                <c:pt idx="510">
                  <c:v>-0.18607389766278015</c:v>
                </c:pt>
                <c:pt idx="511">
                  <c:v>-1.0992170299266681</c:v>
                </c:pt>
              </c:numCache>
            </c:numRef>
          </c:yVal>
          <c:smooth val="0"/>
        </c:ser>
        <c:ser>
          <c:idx val="1"/>
          <c:order val="1"/>
          <c:tx>
            <c:strRef>
              <c:f>Sheet1!$B$515</c:f>
              <c:strCache>
                <c:ptCount val="1"/>
                <c:pt idx="0">
                  <c:v>right: raw</c:v>
                </c:pt>
              </c:strCache>
            </c:strRef>
          </c:tx>
          <c:spPr>
            <a:ln w="16510">
              <a:solidFill>
                <a:srgbClr val="087E8B"/>
              </a:solidFill>
            </a:ln>
          </c:spPr>
          <c:marker>
            <c:symbol val="none"/>
          </c:marker>
          <c:xVal>
            <c:numRef>
              <c:f>Sheet1!$A$516:$A$1027</c:f>
              <c:numCache>
                <c:formatCode>General</c:formatCode>
                <c:ptCount val="512"/>
                <c:pt idx="0">
                  <c:v>0.0</c:v>
                </c:pt>
                <c:pt idx="1">
                  <c:v>0.00390625</c:v>
                </c:pt>
                <c:pt idx="2">
                  <c:v>0.0078125</c:v>
                </c:pt>
                <c:pt idx="3">
                  <c:v>0.01171875</c:v>
                </c:pt>
                <c:pt idx="4">
                  <c:v>0.015625</c:v>
                </c:pt>
                <c:pt idx="5">
                  <c:v>0.01953125</c:v>
                </c:pt>
                <c:pt idx="6">
                  <c:v>0.0234375</c:v>
                </c:pt>
                <c:pt idx="7">
                  <c:v>0.02734375</c:v>
                </c:pt>
                <c:pt idx="8">
                  <c:v>0.03125</c:v>
                </c:pt>
                <c:pt idx="9">
                  <c:v>0.03515625</c:v>
                </c:pt>
                <c:pt idx="10">
                  <c:v>0.0390625</c:v>
                </c:pt>
                <c:pt idx="11">
                  <c:v>0.04296875</c:v>
                </c:pt>
                <c:pt idx="12">
                  <c:v>0.046875</c:v>
                </c:pt>
                <c:pt idx="13">
                  <c:v>0.05078125</c:v>
                </c:pt>
                <c:pt idx="14">
                  <c:v>0.0546875</c:v>
                </c:pt>
                <c:pt idx="15">
                  <c:v>0.05859375</c:v>
                </c:pt>
                <c:pt idx="16">
                  <c:v>0.0625</c:v>
                </c:pt>
                <c:pt idx="17">
                  <c:v>0.06640625</c:v>
                </c:pt>
                <c:pt idx="18">
                  <c:v>0.0703125</c:v>
                </c:pt>
                <c:pt idx="19">
                  <c:v>0.07421875</c:v>
                </c:pt>
                <c:pt idx="20">
                  <c:v>0.078125</c:v>
                </c:pt>
                <c:pt idx="21">
                  <c:v>0.08203125</c:v>
                </c:pt>
                <c:pt idx="22">
                  <c:v>0.0859375</c:v>
                </c:pt>
                <c:pt idx="23">
                  <c:v>0.08984375</c:v>
                </c:pt>
                <c:pt idx="24">
                  <c:v>0.09375</c:v>
                </c:pt>
                <c:pt idx="25">
                  <c:v>0.09765625</c:v>
                </c:pt>
                <c:pt idx="26">
                  <c:v>0.1015625</c:v>
                </c:pt>
                <c:pt idx="27">
                  <c:v>0.10546875</c:v>
                </c:pt>
                <c:pt idx="28">
                  <c:v>0.109375</c:v>
                </c:pt>
                <c:pt idx="29">
                  <c:v>0.11328125</c:v>
                </c:pt>
                <c:pt idx="30">
                  <c:v>0.1171875</c:v>
                </c:pt>
                <c:pt idx="31">
                  <c:v>0.12109375</c:v>
                </c:pt>
                <c:pt idx="32">
                  <c:v>0.125</c:v>
                </c:pt>
                <c:pt idx="33">
                  <c:v>0.12890625</c:v>
                </c:pt>
                <c:pt idx="34">
                  <c:v>0.1328125</c:v>
                </c:pt>
                <c:pt idx="35">
                  <c:v>0.13671875</c:v>
                </c:pt>
                <c:pt idx="36">
                  <c:v>0.140625</c:v>
                </c:pt>
                <c:pt idx="37">
                  <c:v>0.14453125</c:v>
                </c:pt>
                <c:pt idx="38">
                  <c:v>0.1484375</c:v>
                </c:pt>
                <c:pt idx="39">
                  <c:v>0.15234375</c:v>
                </c:pt>
                <c:pt idx="40">
                  <c:v>0.15625</c:v>
                </c:pt>
                <c:pt idx="41">
                  <c:v>0.16015625</c:v>
                </c:pt>
                <c:pt idx="42">
                  <c:v>0.1640625</c:v>
                </c:pt>
                <c:pt idx="43">
                  <c:v>0.16796875</c:v>
                </c:pt>
                <c:pt idx="44">
                  <c:v>0.171875</c:v>
                </c:pt>
                <c:pt idx="45">
                  <c:v>0.17578125</c:v>
                </c:pt>
                <c:pt idx="46">
                  <c:v>0.1796875</c:v>
                </c:pt>
                <c:pt idx="47">
                  <c:v>0.18359375</c:v>
                </c:pt>
                <c:pt idx="48">
                  <c:v>0.1875</c:v>
                </c:pt>
                <c:pt idx="49">
                  <c:v>0.19140625</c:v>
                </c:pt>
                <c:pt idx="50">
                  <c:v>0.1953125</c:v>
                </c:pt>
                <c:pt idx="51">
                  <c:v>0.19921875</c:v>
                </c:pt>
                <c:pt idx="52">
                  <c:v>0.203125</c:v>
                </c:pt>
                <c:pt idx="53">
                  <c:v>0.20703125</c:v>
                </c:pt>
                <c:pt idx="54">
                  <c:v>0.2109375</c:v>
                </c:pt>
                <c:pt idx="55">
                  <c:v>0.21484375</c:v>
                </c:pt>
                <c:pt idx="56">
                  <c:v>0.21875</c:v>
                </c:pt>
                <c:pt idx="57">
                  <c:v>0.22265625</c:v>
                </c:pt>
                <c:pt idx="58">
                  <c:v>0.2265625</c:v>
                </c:pt>
                <c:pt idx="59">
                  <c:v>0.23046875</c:v>
                </c:pt>
                <c:pt idx="60">
                  <c:v>0.234375</c:v>
                </c:pt>
                <c:pt idx="61">
                  <c:v>0.23828125</c:v>
                </c:pt>
                <c:pt idx="62">
                  <c:v>0.2421875</c:v>
                </c:pt>
                <c:pt idx="63">
                  <c:v>0.24609375</c:v>
                </c:pt>
                <c:pt idx="64">
                  <c:v>0.25</c:v>
                </c:pt>
                <c:pt idx="65">
                  <c:v>0.25390625</c:v>
                </c:pt>
                <c:pt idx="66">
                  <c:v>0.2578125</c:v>
                </c:pt>
                <c:pt idx="67">
                  <c:v>0.26171875</c:v>
                </c:pt>
                <c:pt idx="68">
                  <c:v>0.265625</c:v>
                </c:pt>
                <c:pt idx="69">
                  <c:v>0.26953125</c:v>
                </c:pt>
                <c:pt idx="70">
                  <c:v>0.2734375</c:v>
                </c:pt>
                <c:pt idx="71">
                  <c:v>0.27734375</c:v>
                </c:pt>
                <c:pt idx="72">
                  <c:v>0.28125</c:v>
                </c:pt>
                <c:pt idx="73">
                  <c:v>0.28515625</c:v>
                </c:pt>
                <c:pt idx="74">
                  <c:v>0.2890625</c:v>
                </c:pt>
                <c:pt idx="75">
                  <c:v>0.29296875</c:v>
                </c:pt>
                <c:pt idx="76">
                  <c:v>0.296875</c:v>
                </c:pt>
                <c:pt idx="77">
                  <c:v>0.30078125</c:v>
                </c:pt>
                <c:pt idx="78">
                  <c:v>0.3046875</c:v>
                </c:pt>
                <c:pt idx="79">
                  <c:v>0.30859375</c:v>
                </c:pt>
                <c:pt idx="80">
                  <c:v>0.3125</c:v>
                </c:pt>
                <c:pt idx="81">
                  <c:v>0.31640625</c:v>
                </c:pt>
                <c:pt idx="82">
                  <c:v>0.3203125</c:v>
                </c:pt>
                <c:pt idx="83">
                  <c:v>0.32421875</c:v>
                </c:pt>
                <c:pt idx="84">
                  <c:v>0.328125</c:v>
                </c:pt>
                <c:pt idx="85">
                  <c:v>0.33203125</c:v>
                </c:pt>
                <c:pt idx="86">
                  <c:v>0.3359375</c:v>
                </c:pt>
                <c:pt idx="87">
                  <c:v>0.33984375</c:v>
                </c:pt>
                <c:pt idx="88">
                  <c:v>0.34375</c:v>
                </c:pt>
                <c:pt idx="89">
                  <c:v>0.34765625</c:v>
                </c:pt>
                <c:pt idx="90">
                  <c:v>0.3515625</c:v>
                </c:pt>
                <c:pt idx="91">
                  <c:v>0.35546875</c:v>
                </c:pt>
                <c:pt idx="92">
                  <c:v>0.359375</c:v>
                </c:pt>
                <c:pt idx="93">
                  <c:v>0.36328125</c:v>
                </c:pt>
                <c:pt idx="94">
                  <c:v>0.3671875</c:v>
                </c:pt>
                <c:pt idx="95">
                  <c:v>0.37109375</c:v>
                </c:pt>
                <c:pt idx="96">
                  <c:v>0.375</c:v>
                </c:pt>
                <c:pt idx="97">
                  <c:v>0.37890625</c:v>
                </c:pt>
                <c:pt idx="98">
                  <c:v>0.3828125</c:v>
                </c:pt>
                <c:pt idx="99">
                  <c:v>0.38671875</c:v>
                </c:pt>
                <c:pt idx="100">
                  <c:v>0.390625</c:v>
                </c:pt>
                <c:pt idx="101">
                  <c:v>0.39453125</c:v>
                </c:pt>
                <c:pt idx="102">
                  <c:v>0.3984375</c:v>
                </c:pt>
                <c:pt idx="103">
                  <c:v>0.40234375</c:v>
                </c:pt>
                <c:pt idx="104">
                  <c:v>0.40625</c:v>
                </c:pt>
                <c:pt idx="105">
                  <c:v>0.41015625</c:v>
                </c:pt>
                <c:pt idx="106">
                  <c:v>0.4140625</c:v>
                </c:pt>
                <c:pt idx="107">
                  <c:v>0.41796875</c:v>
                </c:pt>
                <c:pt idx="108">
                  <c:v>0.421875</c:v>
                </c:pt>
                <c:pt idx="109">
                  <c:v>0.42578125</c:v>
                </c:pt>
                <c:pt idx="110">
                  <c:v>0.4296875</c:v>
                </c:pt>
                <c:pt idx="111">
                  <c:v>0.43359375</c:v>
                </c:pt>
                <c:pt idx="112">
                  <c:v>0.4375</c:v>
                </c:pt>
                <c:pt idx="113">
                  <c:v>0.44140625</c:v>
                </c:pt>
                <c:pt idx="114">
                  <c:v>0.4453125</c:v>
                </c:pt>
                <c:pt idx="115">
                  <c:v>0.44921875</c:v>
                </c:pt>
                <c:pt idx="116">
                  <c:v>0.453125</c:v>
                </c:pt>
                <c:pt idx="117">
                  <c:v>0.45703125</c:v>
                </c:pt>
                <c:pt idx="118">
                  <c:v>0.4609375</c:v>
                </c:pt>
                <c:pt idx="119">
                  <c:v>0.46484375</c:v>
                </c:pt>
                <c:pt idx="120">
                  <c:v>0.46875</c:v>
                </c:pt>
                <c:pt idx="121">
                  <c:v>0.47265625</c:v>
                </c:pt>
                <c:pt idx="122">
                  <c:v>0.4765625</c:v>
                </c:pt>
                <c:pt idx="123">
                  <c:v>0.48046875</c:v>
                </c:pt>
                <c:pt idx="124">
                  <c:v>0.484375</c:v>
                </c:pt>
                <c:pt idx="125">
                  <c:v>0.48828125</c:v>
                </c:pt>
                <c:pt idx="126">
                  <c:v>0.4921875</c:v>
                </c:pt>
                <c:pt idx="127">
                  <c:v>0.49609375</c:v>
                </c:pt>
                <c:pt idx="128">
                  <c:v>0.5</c:v>
                </c:pt>
                <c:pt idx="129">
                  <c:v>0.50390625</c:v>
                </c:pt>
                <c:pt idx="130">
                  <c:v>0.5078125</c:v>
                </c:pt>
                <c:pt idx="131">
                  <c:v>0.51171875</c:v>
                </c:pt>
                <c:pt idx="132">
                  <c:v>0.515625</c:v>
                </c:pt>
                <c:pt idx="133">
                  <c:v>0.51953125</c:v>
                </c:pt>
                <c:pt idx="134">
                  <c:v>0.5234375</c:v>
                </c:pt>
                <c:pt idx="135">
                  <c:v>0.52734375</c:v>
                </c:pt>
                <c:pt idx="136">
                  <c:v>0.53125</c:v>
                </c:pt>
                <c:pt idx="137">
                  <c:v>0.53515625</c:v>
                </c:pt>
                <c:pt idx="138">
                  <c:v>0.5390625</c:v>
                </c:pt>
                <c:pt idx="139">
                  <c:v>0.54296875</c:v>
                </c:pt>
                <c:pt idx="140">
                  <c:v>0.546875</c:v>
                </c:pt>
                <c:pt idx="141">
                  <c:v>0.55078125</c:v>
                </c:pt>
                <c:pt idx="142">
                  <c:v>0.5546875</c:v>
                </c:pt>
                <c:pt idx="143">
                  <c:v>0.55859375</c:v>
                </c:pt>
                <c:pt idx="144">
                  <c:v>0.5625</c:v>
                </c:pt>
                <c:pt idx="145">
                  <c:v>0.56640625</c:v>
                </c:pt>
                <c:pt idx="146">
                  <c:v>0.5703125</c:v>
                </c:pt>
                <c:pt idx="147">
                  <c:v>0.57421875</c:v>
                </c:pt>
                <c:pt idx="148">
                  <c:v>0.578125</c:v>
                </c:pt>
                <c:pt idx="149">
                  <c:v>0.58203125</c:v>
                </c:pt>
                <c:pt idx="150">
                  <c:v>0.5859375</c:v>
                </c:pt>
                <c:pt idx="151">
                  <c:v>0.58984375</c:v>
                </c:pt>
                <c:pt idx="152">
                  <c:v>0.59375</c:v>
                </c:pt>
                <c:pt idx="153">
                  <c:v>0.59765625</c:v>
                </c:pt>
                <c:pt idx="154">
                  <c:v>0.6015625</c:v>
                </c:pt>
                <c:pt idx="155">
                  <c:v>0.60546875</c:v>
                </c:pt>
                <c:pt idx="156">
                  <c:v>0.609375</c:v>
                </c:pt>
                <c:pt idx="157">
                  <c:v>0.61328125</c:v>
                </c:pt>
                <c:pt idx="158">
                  <c:v>0.6171875</c:v>
                </c:pt>
                <c:pt idx="159">
                  <c:v>0.62109375</c:v>
                </c:pt>
                <c:pt idx="160">
                  <c:v>0.625</c:v>
                </c:pt>
                <c:pt idx="161">
                  <c:v>0.62890625</c:v>
                </c:pt>
                <c:pt idx="162">
                  <c:v>0.6328125</c:v>
                </c:pt>
                <c:pt idx="163">
                  <c:v>0.63671875</c:v>
                </c:pt>
                <c:pt idx="164">
                  <c:v>0.640625</c:v>
                </c:pt>
                <c:pt idx="165">
                  <c:v>0.64453125</c:v>
                </c:pt>
                <c:pt idx="166">
                  <c:v>0.6484375</c:v>
                </c:pt>
                <c:pt idx="167">
                  <c:v>0.65234375</c:v>
                </c:pt>
                <c:pt idx="168">
                  <c:v>0.65625</c:v>
                </c:pt>
                <c:pt idx="169">
                  <c:v>0.66015625</c:v>
                </c:pt>
                <c:pt idx="170">
                  <c:v>0.6640625</c:v>
                </c:pt>
                <c:pt idx="171">
                  <c:v>0.66796875</c:v>
                </c:pt>
                <c:pt idx="172">
                  <c:v>0.671875</c:v>
                </c:pt>
                <c:pt idx="173">
                  <c:v>0.67578125</c:v>
                </c:pt>
                <c:pt idx="174">
                  <c:v>0.6796875</c:v>
                </c:pt>
                <c:pt idx="175">
                  <c:v>0.68359375</c:v>
                </c:pt>
                <c:pt idx="176">
                  <c:v>0.6875</c:v>
                </c:pt>
                <c:pt idx="177">
                  <c:v>0.69140625</c:v>
                </c:pt>
                <c:pt idx="178">
                  <c:v>0.6953125</c:v>
                </c:pt>
                <c:pt idx="179">
                  <c:v>0.69921875</c:v>
                </c:pt>
                <c:pt idx="180">
                  <c:v>0.703125</c:v>
                </c:pt>
                <c:pt idx="181">
                  <c:v>0.70703125</c:v>
                </c:pt>
                <c:pt idx="182">
                  <c:v>0.7109375</c:v>
                </c:pt>
                <c:pt idx="183">
                  <c:v>0.71484375</c:v>
                </c:pt>
                <c:pt idx="184">
                  <c:v>0.71875</c:v>
                </c:pt>
                <c:pt idx="185">
                  <c:v>0.72265625</c:v>
                </c:pt>
                <c:pt idx="186">
                  <c:v>0.7265625</c:v>
                </c:pt>
                <c:pt idx="187">
                  <c:v>0.73046875</c:v>
                </c:pt>
                <c:pt idx="188">
                  <c:v>0.734375</c:v>
                </c:pt>
                <c:pt idx="189">
                  <c:v>0.73828125</c:v>
                </c:pt>
                <c:pt idx="190">
                  <c:v>0.7421875</c:v>
                </c:pt>
                <c:pt idx="191">
                  <c:v>0.74609375</c:v>
                </c:pt>
                <c:pt idx="192">
                  <c:v>0.75</c:v>
                </c:pt>
                <c:pt idx="193">
                  <c:v>0.75390625</c:v>
                </c:pt>
                <c:pt idx="194">
                  <c:v>0.7578125</c:v>
                </c:pt>
                <c:pt idx="195">
                  <c:v>0.76171875</c:v>
                </c:pt>
                <c:pt idx="196">
                  <c:v>0.765625</c:v>
                </c:pt>
                <c:pt idx="197">
                  <c:v>0.76953125</c:v>
                </c:pt>
                <c:pt idx="198">
                  <c:v>0.7734375</c:v>
                </c:pt>
                <c:pt idx="199">
                  <c:v>0.77734375</c:v>
                </c:pt>
                <c:pt idx="200">
                  <c:v>0.78125</c:v>
                </c:pt>
                <c:pt idx="201">
                  <c:v>0.78515625</c:v>
                </c:pt>
                <c:pt idx="202">
                  <c:v>0.7890625</c:v>
                </c:pt>
                <c:pt idx="203">
                  <c:v>0.79296875</c:v>
                </c:pt>
                <c:pt idx="204">
                  <c:v>0.796875</c:v>
                </c:pt>
                <c:pt idx="205">
                  <c:v>0.80078125</c:v>
                </c:pt>
                <c:pt idx="206">
                  <c:v>0.8046875</c:v>
                </c:pt>
                <c:pt idx="207">
                  <c:v>0.80859375</c:v>
                </c:pt>
                <c:pt idx="208">
                  <c:v>0.8125</c:v>
                </c:pt>
                <c:pt idx="209">
                  <c:v>0.81640625</c:v>
                </c:pt>
                <c:pt idx="210">
                  <c:v>0.8203125</c:v>
                </c:pt>
                <c:pt idx="211">
                  <c:v>0.82421875</c:v>
                </c:pt>
                <c:pt idx="212">
                  <c:v>0.828125</c:v>
                </c:pt>
                <c:pt idx="213">
                  <c:v>0.83203125</c:v>
                </c:pt>
                <c:pt idx="214">
                  <c:v>0.8359375</c:v>
                </c:pt>
                <c:pt idx="215">
                  <c:v>0.83984375</c:v>
                </c:pt>
                <c:pt idx="216">
                  <c:v>0.84375</c:v>
                </c:pt>
                <c:pt idx="217">
                  <c:v>0.84765625</c:v>
                </c:pt>
                <c:pt idx="218">
                  <c:v>0.8515625</c:v>
                </c:pt>
                <c:pt idx="219">
                  <c:v>0.85546875</c:v>
                </c:pt>
                <c:pt idx="220">
                  <c:v>0.859375</c:v>
                </c:pt>
                <c:pt idx="221">
                  <c:v>0.86328125</c:v>
                </c:pt>
                <c:pt idx="222">
                  <c:v>0.8671875</c:v>
                </c:pt>
                <c:pt idx="223">
                  <c:v>0.87109375</c:v>
                </c:pt>
                <c:pt idx="224">
                  <c:v>0.875</c:v>
                </c:pt>
                <c:pt idx="225">
                  <c:v>0.87890625</c:v>
                </c:pt>
                <c:pt idx="226">
                  <c:v>0.8828125</c:v>
                </c:pt>
                <c:pt idx="227">
                  <c:v>0.88671875</c:v>
                </c:pt>
                <c:pt idx="228">
                  <c:v>0.890625</c:v>
                </c:pt>
                <c:pt idx="229">
                  <c:v>0.89453125</c:v>
                </c:pt>
                <c:pt idx="230">
                  <c:v>0.8984375</c:v>
                </c:pt>
                <c:pt idx="231">
                  <c:v>0.90234375</c:v>
                </c:pt>
                <c:pt idx="232">
                  <c:v>0.90625</c:v>
                </c:pt>
                <c:pt idx="233">
                  <c:v>0.91015625</c:v>
                </c:pt>
                <c:pt idx="234">
                  <c:v>0.9140625</c:v>
                </c:pt>
                <c:pt idx="235">
                  <c:v>0.91796875</c:v>
                </c:pt>
                <c:pt idx="236">
                  <c:v>0.921875</c:v>
                </c:pt>
                <c:pt idx="237">
                  <c:v>0.92578125</c:v>
                </c:pt>
                <c:pt idx="238">
                  <c:v>0.9296875</c:v>
                </c:pt>
                <c:pt idx="239">
                  <c:v>0.93359375</c:v>
                </c:pt>
                <c:pt idx="240">
                  <c:v>0.9375</c:v>
                </c:pt>
                <c:pt idx="241">
                  <c:v>0.94140625</c:v>
                </c:pt>
                <c:pt idx="242">
                  <c:v>0.9453125</c:v>
                </c:pt>
                <c:pt idx="243">
                  <c:v>0.94921875</c:v>
                </c:pt>
                <c:pt idx="244">
                  <c:v>0.953125</c:v>
                </c:pt>
                <c:pt idx="245">
                  <c:v>0.95703125</c:v>
                </c:pt>
                <c:pt idx="246">
                  <c:v>0.9609375</c:v>
                </c:pt>
                <c:pt idx="247">
                  <c:v>0.96484375</c:v>
                </c:pt>
                <c:pt idx="248">
                  <c:v>0.96875</c:v>
                </c:pt>
                <c:pt idx="249">
                  <c:v>0.97265625</c:v>
                </c:pt>
                <c:pt idx="250">
                  <c:v>0.9765625</c:v>
                </c:pt>
                <c:pt idx="251">
                  <c:v>0.98046875</c:v>
                </c:pt>
                <c:pt idx="252">
                  <c:v>0.984375</c:v>
                </c:pt>
                <c:pt idx="253">
                  <c:v>0.98828125</c:v>
                </c:pt>
                <c:pt idx="254">
                  <c:v>0.9921875</c:v>
                </c:pt>
                <c:pt idx="255">
                  <c:v>0.99609375</c:v>
                </c:pt>
                <c:pt idx="256">
                  <c:v>1.0</c:v>
                </c:pt>
                <c:pt idx="257">
                  <c:v>1.00390625</c:v>
                </c:pt>
                <c:pt idx="258">
                  <c:v>1.0078125</c:v>
                </c:pt>
                <c:pt idx="259">
                  <c:v>1.01171875</c:v>
                </c:pt>
                <c:pt idx="260">
                  <c:v>1.015625</c:v>
                </c:pt>
                <c:pt idx="261">
                  <c:v>1.01953125</c:v>
                </c:pt>
                <c:pt idx="262">
                  <c:v>1.0234375</c:v>
                </c:pt>
                <c:pt idx="263">
                  <c:v>1.02734375</c:v>
                </c:pt>
                <c:pt idx="264">
                  <c:v>1.03125</c:v>
                </c:pt>
                <c:pt idx="265">
                  <c:v>1.03515625</c:v>
                </c:pt>
                <c:pt idx="266">
                  <c:v>1.0390625</c:v>
                </c:pt>
                <c:pt idx="267">
                  <c:v>1.04296875</c:v>
                </c:pt>
                <c:pt idx="268">
                  <c:v>1.046875</c:v>
                </c:pt>
                <c:pt idx="269">
                  <c:v>1.05078125</c:v>
                </c:pt>
                <c:pt idx="270">
                  <c:v>1.0546875</c:v>
                </c:pt>
                <c:pt idx="271">
                  <c:v>1.05859375</c:v>
                </c:pt>
                <c:pt idx="272">
                  <c:v>1.0625</c:v>
                </c:pt>
                <c:pt idx="273">
                  <c:v>1.06640625</c:v>
                </c:pt>
                <c:pt idx="274">
                  <c:v>1.0703125</c:v>
                </c:pt>
                <c:pt idx="275">
                  <c:v>1.07421875</c:v>
                </c:pt>
                <c:pt idx="276">
                  <c:v>1.078125</c:v>
                </c:pt>
                <c:pt idx="277">
                  <c:v>1.08203125</c:v>
                </c:pt>
                <c:pt idx="278">
                  <c:v>1.0859375</c:v>
                </c:pt>
                <c:pt idx="279">
                  <c:v>1.08984375</c:v>
                </c:pt>
                <c:pt idx="280">
                  <c:v>1.09375</c:v>
                </c:pt>
                <c:pt idx="281">
                  <c:v>1.09765625</c:v>
                </c:pt>
                <c:pt idx="282">
                  <c:v>1.1015625</c:v>
                </c:pt>
                <c:pt idx="283">
                  <c:v>1.10546875</c:v>
                </c:pt>
                <c:pt idx="284">
                  <c:v>1.109375</c:v>
                </c:pt>
                <c:pt idx="285">
                  <c:v>1.11328125</c:v>
                </c:pt>
                <c:pt idx="286">
                  <c:v>1.1171875</c:v>
                </c:pt>
                <c:pt idx="287">
                  <c:v>1.12109375</c:v>
                </c:pt>
                <c:pt idx="288">
                  <c:v>1.125</c:v>
                </c:pt>
                <c:pt idx="289">
                  <c:v>1.12890625</c:v>
                </c:pt>
                <c:pt idx="290">
                  <c:v>1.1328125</c:v>
                </c:pt>
                <c:pt idx="291">
                  <c:v>1.13671875</c:v>
                </c:pt>
                <c:pt idx="292">
                  <c:v>1.140625</c:v>
                </c:pt>
                <c:pt idx="293">
                  <c:v>1.14453125</c:v>
                </c:pt>
                <c:pt idx="294">
                  <c:v>1.1484375</c:v>
                </c:pt>
                <c:pt idx="295">
                  <c:v>1.15234375</c:v>
                </c:pt>
                <c:pt idx="296">
                  <c:v>1.15625</c:v>
                </c:pt>
                <c:pt idx="297">
                  <c:v>1.16015625</c:v>
                </c:pt>
                <c:pt idx="298">
                  <c:v>1.1640625</c:v>
                </c:pt>
                <c:pt idx="299">
                  <c:v>1.16796875</c:v>
                </c:pt>
                <c:pt idx="300">
                  <c:v>1.171875</c:v>
                </c:pt>
                <c:pt idx="301">
                  <c:v>1.17578125</c:v>
                </c:pt>
                <c:pt idx="302">
                  <c:v>1.1796875</c:v>
                </c:pt>
                <c:pt idx="303">
                  <c:v>1.18359375</c:v>
                </c:pt>
                <c:pt idx="304">
                  <c:v>1.1875</c:v>
                </c:pt>
                <c:pt idx="305">
                  <c:v>1.19140625</c:v>
                </c:pt>
                <c:pt idx="306">
                  <c:v>1.1953125</c:v>
                </c:pt>
                <c:pt idx="307">
                  <c:v>1.19921875</c:v>
                </c:pt>
                <c:pt idx="308">
                  <c:v>1.203125</c:v>
                </c:pt>
                <c:pt idx="309">
                  <c:v>1.20703125</c:v>
                </c:pt>
                <c:pt idx="310">
                  <c:v>1.2109375</c:v>
                </c:pt>
                <c:pt idx="311">
                  <c:v>1.21484375</c:v>
                </c:pt>
                <c:pt idx="312">
                  <c:v>1.21875</c:v>
                </c:pt>
                <c:pt idx="313">
                  <c:v>1.22265625</c:v>
                </c:pt>
                <c:pt idx="314">
                  <c:v>1.2265625</c:v>
                </c:pt>
                <c:pt idx="315">
                  <c:v>1.23046875</c:v>
                </c:pt>
                <c:pt idx="316">
                  <c:v>1.234375</c:v>
                </c:pt>
                <c:pt idx="317">
                  <c:v>1.23828125</c:v>
                </c:pt>
                <c:pt idx="318">
                  <c:v>1.2421875</c:v>
                </c:pt>
                <c:pt idx="319">
                  <c:v>1.24609375</c:v>
                </c:pt>
                <c:pt idx="320">
                  <c:v>1.25</c:v>
                </c:pt>
                <c:pt idx="321">
                  <c:v>1.25390625</c:v>
                </c:pt>
                <c:pt idx="322">
                  <c:v>1.2578125</c:v>
                </c:pt>
                <c:pt idx="323">
                  <c:v>1.26171875</c:v>
                </c:pt>
                <c:pt idx="324">
                  <c:v>1.265625</c:v>
                </c:pt>
                <c:pt idx="325">
                  <c:v>1.26953125</c:v>
                </c:pt>
                <c:pt idx="326">
                  <c:v>1.2734375</c:v>
                </c:pt>
                <c:pt idx="327">
                  <c:v>1.27734375</c:v>
                </c:pt>
                <c:pt idx="328">
                  <c:v>1.28125</c:v>
                </c:pt>
                <c:pt idx="329">
                  <c:v>1.28515625</c:v>
                </c:pt>
                <c:pt idx="330">
                  <c:v>1.2890625</c:v>
                </c:pt>
                <c:pt idx="331">
                  <c:v>1.29296875</c:v>
                </c:pt>
                <c:pt idx="332">
                  <c:v>1.296875</c:v>
                </c:pt>
                <c:pt idx="333">
                  <c:v>1.30078125</c:v>
                </c:pt>
                <c:pt idx="334">
                  <c:v>1.3046875</c:v>
                </c:pt>
                <c:pt idx="335">
                  <c:v>1.30859375</c:v>
                </c:pt>
                <c:pt idx="336">
                  <c:v>1.3125</c:v>
                </c:pt>
                <c:pt idx="337">
                  <c:v>1.31640625</c:v>
                </c:pt>
                <c:pt idx="338">
                  <c:v>1.3203125</c:v>
                </c:pt>
                <c:pt idx="339">
                  <c:v>1.32421875</c:v>
                </c:pt>
                <c:pt idx="340">
                  <c:v>1.328125</c:v>
                </c:pt>
                <c:pt idx="341">
                  <c:v>1.33203125</c:v>
                </c:pt>
                <c:pt idx="342">
                  <c:v>1.3359375</c:v>
                </c:pt>
                <c:pt idx="343">
                  <c:v>1.33984375</c:v>
                </c:pt>
                <c:pt idx="344">
                  <c:v>1.34375</c:v>
                </c:pt>
                <c:pt idx="345">
                  <c:v>1.34765625</c:v>
                </c:pt>
                <c:pt idx="346">
                  <c:v>1.3515625</c:v>
                </c:pt>
                <c:pt idx="347">
                  <c:v>1.35546875</c:v>
                </c:pt>
                <c:pt idx="348">
                  <c:v>1.359375</c:v>
                </c:pt>
                <c:pt idx="349">
                  <c:v>1.36328125</c:v>
                </c:pt>
                <c:pt idx="350">
                  <c:v>1.3671875</c:v>
                </c:pt>
                <c:pt idx="351">
                  <c:v>1.37109375</c:v>
                </c:pt>
                <c:pt idx="352">
                  <c:v>1.375</c:v>
                </c:pt>
                <c:pt idx="353">
                  <c:v>1.37890625</c:v>
                </c:pt>
                <c:pt idx="354">
                  <c:v>1.3828125</c:v>
                </c:pt>
                <c:pt idx="355">
                  <c:v>1.38671875</c:v>
                </c:pt>
                <c:pt idx="356">
                  <c:v>1.390625</c:v>
                </c:pt>
                <c:pt idx="357">
                  <c:v>1.39453125</c:v>
                </c:pt>
                <c:pt idx="358">
                  <c:v>1.3984375</c:v>
                </c:pt>
                <c:pt idx="359">
                  <c:v>1.40234375</c:v>
                </c:pt>
                <c:pt idx="360">
                  <c:v>1.40625</c:v>
                </c:pt>
                <c:pt idx="361">
                  <c:v>1.41015625</c:v>
                </c:pt>
                <c:pt idx="362">
                  <c:v>1.4140625</c:v>
                </c:pt>
                <c:pt idx="363">
                  <c:v>1.41796875</c:v>
                </c:pt>
                <c:pt idx="364">
                  <c:v>1.421875</c:v>
                </c:pt>
                <c:pt idx="365">
                  <c:v>1.42578125</c:v>
                </c:pt>
                <c:pt idx="366">
                  <c:v>1.4296875</c:v>
                </c:pt>
                <c:pt idx="367">
                  <c:v>1.43359375</c:v>
                </c:pt>
                <c:pt idx="368">
                  <c:v>1.4375</c:v>
                </c:pt>
                <c:pt idx="369">
                  <c:v>1.44140625</c:v>
                </c:pt>
                <c:pt idx="370">
                  <c:v>1.4453125</c:v>
                </c:pt>
                <c:pt idx="371">
                  <c:v>1.44921875</c:v>
                </c:pt>
                <c:pt idx="372">
                  <c:v>1.453125</c:v>
                </c:pt>
                <c:pt idx="373">
                  <c:v>1.45703125</c:v>
                </c:pt>
                <c:pt idx="374">
                  <c:v>1.4609375</c:v>
                </c:pt>
                <c:pt idx="375">
                  <c:v>1.46484375</c:v>
                </c:pt>
                <c:pt idx="376">
                  <c:v>1.46875</c:v>
                </c:pt>
                <c:pt idx="377">
                  <c:v>1.47265625</c:v>
                </c:pt>
                <c:pt idx="378">
                  <c:v>1.4765625</c:v>
                </c:pt>
                <c:pt idx="379">
                  <c:v>1.48046875</c:v>
                </c:pt>
                <c:pt idx="380">
                  <c:v>1.484375</c:v>
                </c:pt>
                <c:pt idx="381">
                  <c:v>1.48828125</c:v>
                </c:pt>
                <c:pt idx="382">
                  <c:v>1.4921875</c:v>
                </c:pt>
                <c:pt idx="383">
                  <c:v>1.49609375</c:v>
                </c:pt>
                <c:pt idx="384">
                  <c:v>1.5</c:v>
                </c:pt>
                <c:pt idx="385">
                  <c:v>1.50390625</c:v>
                </c:pt>
                <c:pt idx="386">
                  <c:v>1.5078125</c:v>
                </c:pt>
                <c:pt idx="387">
                  <c:v>1.51171875</c:v>
                </c:pt>
                <c:pt idx="388">
                  <c:v>1.515625</c:v>
                </c:pt>
                <c:pt idx="389">
                  <c:v>1.51953125</c:v>
                </c:pt>
                <c:pt idx="390">
                  <c:v>1.5234375</c:v>
                </c:pt>
                <c:pt idx="391">
                  <c:v>1.52734375</c:v>
                </c:pt>
                <c:pt idx="392">
                  <c:v>1.53125</c:v>
                </c:pt>
                <c:pt idx="393">
                  <c:v>1.53515625</c:v>
                </c:pt>
                <c:pt idx="394">
                  <c:v>1.5390625</c:v>
                </c:pt>
                <c:pt idx="395">
                  <c:v>1.54296875</c:v>
                </c:pt>
                <c:pt idx="396">
                  <c:v>1.546875</c:v>
                </c:pt>
                <c:pt idx="397">
                  <c:v>1.55078125</c:v>
                </c:pt>
                <c:pt idx="398">
                  <c:v>1.5546875</c:v>
                </c:pt>
                <c:pt idx="399">
                  <c:v>1.55859375</c:v>
                </c:pt>
                <c:pt idx="400">
                  <c:v>1.5625</c:v>
                </c:pt>
                <c:pt idx="401">
                  <c:v>1.56640625</c:v>
                </c:pt>
                <c:pt idx="402">
                  <c:v>1.5703125</c:v>
                </c:pt>
                <c:pt idx="403">
                  <c:v>1.57421875</c:v>
                </c:pt>
                <c:pt idx="404">
                  <c:v>1.578125</c:v>
                </c:pt>
                <c:pt idx="405">
                  <c:v>1.58203125</c:v>
                </c:pt>
                <c:pt idx="406">
                  <c:v>1.5859375</c:v>
                </c:pt>
                <c:pt idx="407">
                  <c:v>1.58984375</c:v>
                </c:pt>
                <c:pt idx="408">
                  <c:v>1.59375</c:v>
                </c:pt>
                <c:pt idx="409">
                  <c:v>1.59765625</c:v>
                </c:pt>
                <c:pt idx="410">
                  <c:v>1.6015625</c:v>
                </c:pt>
                <c:pt idx="411">
                  <c:v>1.60546875</c:v>
                </c:pt>
                <c:pt idx="412">
                  <c:v>1.609375</c:v>
                </c:pt>
                <c:pt idx="413">
                  <c:v>1.61328125</c:v>
                </c:pt>
                <c:pt idx="414">
                  <c:v>1.6171875</c:v>
                </c:pt>
                <c:pt idx="415">
                  <c:v>1.62109375</c:v>
                </c:pt>
                <c:pt idx="416">
                  <c:v>1.625</c:v>
                </c:pt>
                <c:pt idx="417">
                  <c:v>1.62890625</c:v>
                </c:pt>
                <c:pt idx="418">
                  <c:v>1.6328125</c:v>
                </c:pt>
                <c:pt idx="419">
                  <c:v>1.63671875</c:v>
                </c:pt>
                <c:pt idx="420">
                  <c:v>1.640625</c:v>
                </c:pt>
                <c:pt idx="421">
                  <c:v>1.64453125</c:v>
                </c:pt>
                <c:pt idx="422">
                  <c:v>1.6484375</c:v>
                </c:pt>
                <c:pt idx="423">
                  <c:v>1.65234375</c:v>
                </c:pt>
                <c:pt idx="424">
                  <c:v>1.65625</c:v>
                </c:pt>
                <c:pt idx="425">
                  <c:v>1.66015625</c:v>
                </c:pt>
                <c:pt idx="426">
                  <c:v>1.6640625</c:v>
                </c:pt>
                <c:pt idx="427">
                  <c:v>1.66796875</c:v>
                </c:pt>
                <c:pt idx="428">
                  <c:v>1.671875</c:v>
                </c:pt>
                <c:pt idx="429">
                  <c:v>1.67578125</c:v>
                </c:pt>
                <c:pt idx="430">
                  <c:v>1.6796875</c:v>
                </c:pt>
                <c:pt idx="431">
                  <c:v>1.68359375</c:v>
                </c:pt>
                <c:pt idx="432">
                  <c:v>1.6875</c:v>
                </c:pt>
                <c:pt idx="433">
                  <c:v>1.69140625</c:v>
                </c:pt>
                <c:pt idx="434">
                  <c:v>1.6953125</c:v>
                </c:pt>
                <c:pt idx="435">
                  <c:v>1.69921875</c:v>
                </c:pt>
                <c:pt idx="436">
                  <c:v>1.703125</c:v>
                </c:pt>
                <c:pt idx="437">
                  <c:v>1.70703125</c:v>
                </c:pt>
                <c:pt idx="438">
                  <c:v>1.7109375</c:v>
                </c:pt>
                <c:pt idx="439">
                  <c:v>1.71484375</c:v>
                </c:pt>
                <c:pt idx="440">
                  <c:v>1.71875</c:v>
                </c:pt>
                <c:pt idx="441">
                  <c:v>1.72265625</c:v>
                </c:pt>
                <c:pt idx="442">
                  <c:v>1.7265625</c:v>
                </c:pt>
                <c:pt idx="443">
                  <c:v>1.73046875</c:v>
                </c:pt>
                <c:pt idx="444">
                  <c:v>1.734375</c:v>
                </c:pt>
                <c:pt idx="445">
                  <c:v>1.73828125</c:v>
                </c:pt>
                <c:pt idx="446">
                  <c:v>1.7421875</c:v>
                </c:pt>
                <c:pt idx="447">
                  <c:v>1.74609375</c:v>
                </c:pt>
                <c:pt idx="448">
                  <c:v>1.75</c:v>
                </c:pt>
                <c:pt idx="449">
                  <c:v>1.75390625</c:v>
                </c:pt>
                <c:pt idx="450">
                  <c:v>1.7578125</c:v>
                </c:pt>
                <c:pt idx="451">
                  <c:v>1.76171875</c:v>
                </c:pt>
                <c:pt idx="452">
                  <c:v>1.765625</c:v>
                </c:pt>
                <c:pt idx="453">
                  <c:v>1.76953125</c:v>
                </c:pt>
                <c:pt idx="454">
                  <c:v>1.7734375</c:v>
                </c:pt>
                <c:pt idx="455">
                  <c:v>1.77734375</c:v>
                </c:pt>
                <c:pt idx="456">
                  <c:v>1.78125</c:v>
                </c:pt>
                <c:pt idx="457">
                  <c:v>1.78515625</c:v>
                </c:pt>
                <c:pt idx="458">
                  <c:v>1.7890625</c:v>
                </c:pt>
                <c:pt idx="459">
                  <c:v>1.79296875</c:v>
                </c:pt>
                <c:pt idx="460">
                  <c:v>1.796875</c:v>
                </c:pt>
                <c:pt idx="461">
                  <c:v>1.80078125</c:v>
                </c:pt>
                <c:pt idx="462">
                  <c:v>1.8046875</c:v>
                </c:pt>
                <c:pt idx="463">
                  <c:v>1.80859375</c:v>
                </c:pt>
                <c:pt idx="464">
                  <c:v>1.8125</c:v>
                </c:pt>
                <c:pt idx="465">
                  <c:v>1.81640625</c:v>
                </c:pt>
                <c:pt idx="466">
                  <c:v>1.8203125</c:v>
                </c:pt>
                <c:pt idx="467">
                  <c:v>1.82421875</c:v>
                </c:pt>
                <c:pt idx="468">
                  <c:v>1.828125</c:v>
                </c:pt>
                <c:pt idx="469">
                  <c:v>1.83203125</c:v>
                </c:pt>
                <c:pt idx="470">
                  <c:v>1.8359375</c:v>
                </c:pt>
                <c:pt idx="471">
                  <c:v>1.83984375</c:v>
                </c:pt>
                <c:pt idx="472">
                  <c:v>1.84375</c:v>
                </c:pt>
                <c:pt idx="473">
                  <c:v>1.84765625</c:v>
                </c:pt>
                <c:pt idx="474">
                  <c:v>1.8515625</c:v>
                </c:pt>
                <c:pt idx="475">
                  <c:v>1.85546875</c:v>
                </c:pt>
                <c:pt idx="476">
                  <c:v>1.859375</c:v>
                </c:pt>
                <c:pt idx="477">
                  <c:v>1.86328125</c:v>
                </c:pt>
                <c:pt idx="478">
                  <c:v>1.8671875</c:v>
                </c:pt>
                <c:pt idx="479">
                  <c:v>1.87109375</c:v>
                </c:pt>
                <c:pt idx="480">
                  <c:v>1.875</c:v>
                </c:pt>
                <c:pt idx="481">
                  <c:v>1.87890625</c:v>
                </c:pt>
                <c:pt idx="482">
                  <c:v>1.8828125</c:v>
                </c:pt>
                <c:pt idx="483">
                  <c:v>1.88671875</c:v>
                </c:pt>
                <c:pt idx="484">
                  <c:v>1.890625</c:v>
                </c:pt>
                <c:pt idx="485">
                  <c:v>1.89453125</c:v>
                </c:pt>
                <c:pt idx="486">
                  <c:v>1.8984375</c:v>
                </c:pt>
                <c:pt idx="487">
                  <c:v>1.90234375</c:v>
                </c:pt>
                <c:pt idx="488">
                  <c:v>1.90625</c:v>
                </c:pt>
                <c:pt idx="489">
                  <c:v>1.91015625</c:v>
                </c:pt>
                <c:pt idx="490">
                  <c:v>1.9140625</c:v>
                </c:pt>
                <c:pt idx="491">
                  <c:v>1.91796875</c:v>
                </c:pt>
                <c:pt idx="492">
                  <c:v>1.921875</c:v>
                </c:pt>
                <c:pt idx="493">
                  <c:v>1.92578125</c:v>
                </c:pt>
                <c:pt idx="494">
                  <c:v>1.9296875</c:v>
                </c:pt>
                <c:pt idx="495">
                  <c:v>1.93359375</c:v>
                </c:pt>
                <c:pt idx="496">
                  <c:v>1.9375</c:v>
                </c:pt>
                <c:pt idx="497">
                  <c:v>1.94140625</c:v>
                </c:pt>
                <c:pt idx="498">
                  <c:v>1.9453125</c:v>
                </c:pt>
                <c:pt idx="499">
                  <c:v>1.94921875</c:v>
                </c:pt>
                <c:pt idx="500">
                  <c:v>1.953125</c:v>
                </c:pt>
                <c:pt idx="501">
                  <c:v>1.95703125</c:v>
                </c:pt>
                <c:pt idx="502">
                  <c:v>1.9609375</c:v>
                </c:pt>
                <c:pt idx="503">
                  <c:v>1.96484375</c:v>
                </c:pt>
                <c:pt idx="504">
                  <c:v>1.96875</c:v>
                </c:pt>
                <c:pt idx="505">
                  <c:v>1.97265625</c:v>
                </c:pt>
                <c:pt idx="506">
                  <c:v>1.9765625</c:v>
                </c:pt>
                <c:pt idx="507">
                  <c:v>1.98046875</c:v>
                </c:pt>
                <c:pt idx="508">
                  <c:v>1.984375</c:v>
                </c:pt>
                <c:pt idx="509">
                  <c:v>1.98828125</c:v>
                </c:pt>
                <c:pt idx="510">
                  <c:v>1.9921875</c:v>
                </c:pt>
                <c:pt idx="511">
                  <c:v>1.99609375</c:v>
                </c:pt>
              </c:numCache>
            </c:numRef>
          </c:xVal>
          <c:yVal>
            <c:numRef>
              <c:f>Sheet1!$B$516:$B$1027</c:f>
              <c:numCache>
                <c:formatCode>General</c:formatCode>
                <c:ptCount val="512"/>
                <c:pt idx="0">
                  <c:v>-1.516831736046216</c:v>
                </c:pt>
                <c:pt idx="1">
                  <c:v>-1.4621539248658595</c:v>
                </c:pt>
                <c:pt idx="2">
                  <c:v>-2.47746755779317</c:v>
                </c:pt>
                <c:pt idx="3">
                  <c:v>-1.8679570899489903</c:v>
                </c:pt>
                <c:pt idx="4">
                  <c:v>-0.20202881761827599</c:v>
                </c:pt>
                <c:pt idx="5">
                  <c:v>0.6045874024210992</c:v>
                </c:pt>
                <c:pt idx="6">
                  <c:v>0.9285866970661106</c:v>
                </c:pt>
                <c:pt idx="7">
                  <c:v>0.8744616687629325</c:v>
                </c:pt>
                <c:pt idx="8">
                  <c:v>1.5721792594797264</c:v>
                </c:pt>
                <c:pt idx="9">
                  <c:v>1.495400364047192</c:v>
                </c:pt>
                <c:pt idx="10">
                  <c:v>-0.497585297257213</c:v>
                </c:pt>
                <c:pt idx="11">
                  <c:v>-1.045444257816472</c:v>
                </c:pt>
                <c:pt idx="12">
                  <c:v>-2.041221282842979</c:v>
                </c:pt>
                <c:pt idx="13">
                  <c:v>-1.861549342850474</c:v>
                </c:pt>
                <c:pt idx="14">
                  <c:v>-2.2199478044054106</c:v>
                </c:pt>
                <c:pt idx="15">
                  <c:v>-1.2074648117279119</c:v>
                </c:pt>
                <c:pt idx="16">
                  <c:v>-0.7146031915013182</c:v>
                </c:pt>
                <c:pt idx="17">
                  <c:v>0.9942728941173159</c:v>
                </c:pt>
                <c:pt idx="18">
                  <c:v>1.2836019516741786</c:v>
                </c:pt>
                <c:pt idx="19">
                  <c:v>0.9131899207504357</c:v>
                </c:pt>
                <c:pt idx="20">
                  <c:v>-0.39499151775575847</c:v>
                </c:pt>
                <c:pt idx="21">
                  <c:v>0.09932884629266175</c:v>
                </c:pt>
                <c:pt idx="22">
                  <c:v>-0.6219467823298469</c:v>
                </c:pt>
                <c:pt idx="23">
                  <c:v>-1.7433266983851285</c:v>
                </c:pt>
                <c:pt idx="24">
                  <c:v>-3.0971700837733507</c:v>
                </c:pt>
                <c:pt idx="25">
                  <c:v>-2.4436907719675323</c:v>
                </c:pt>
                <c:pt idx="26">
                  <c:v>-2.256967992911841</c:v>
                </c:pt>
                <c:pt idx="27">
                  <c:v>-1.813271994010342</c:v>
                </c:pt>
                <c:pt idx="28">
                  <c:v>-0.28727634218259196</c:v>
                </c:pt>
                <c:pt idx="29">
                  <c:v>-0.07543751062608323</c:v>
                </c:pt>
                <c:pt idx="30">
                  <c:v>0.9782271578978915</c:v>
                </c:pt>
                <c:pt idx="31">
                  <c:v>1.2301220825065977</c:v>
                </c:pt>
                <c:pt idx="32">
                  <c:v>-0.039950817776466474</c:v>
                </c:pt>
                <c:pt idx="33">
                  <c:v>-0.29856486250757014</c:v>
                </c:pt>
                <c:pt idx="34">
                  <c:v>-0.6575036403464545</c:v>
                </c:pt>
                <c:pt idx="35">
                  <c:v>-1.4255047812465715</c:v>
                </c:pt>
                <c:pt idx="36">
                  <c:v>-2.614419641287134</c:v>
                </c:pt>
                <c:pt idx="37">
                  <c:v>-1.8144106631894925</c:v>
                </c:pt>
                <c:pt idx="38">
                  <c:v>-0.33360308043376086</c:v>
                </c:pt>
                <c:pt idx="39">
                  <c:v>-0.7932334019178026</c:v>
                </c:pt>
                <c:pt idx="40">
                  <c:v>0.8549299986252521</c:v>
                </c:pt>
                <c:pt idx="41">
                  <c:v>1.1662368774595744</c:v>
                </c:pt>
                <c:pt idx="42">
                  <c:v>1.4797129412998502</c:v>
                </c:pt>
                <c:pt idx="43">
                  <c:v>2.670425012906201</c:v>
                </c:pt>
                <c:pt idx="44">
                  <c:v>1.2651779867192834</c:v>
                </c:pt>
                <c:pt idx="45">
                  <c:v>-0.6268711818641586</c:v>
                </c:pt>
                <c:pt idx="46">
                  <c:v>-0.6548907870504569</c:v>
                </c:pt>
                <c:pt idx="47">
                  <c:v>-0.8515379141944317</c:v>
                </c:pt>
                <c:pt idx="48">
                  <c:v>-1.6963196121456565</c:v>
                </c:pt>
                <c:pt idx="49">
                  <c:v>-1.4354104964946277</c:v>
                </c:pt>
                <c:pt idx="50">
                  <c:v>-1.0896738756564583</c:v>
                </c:pt>
                <c:pt idx="51">
                  <c:v>0.28632096575537547</c:v>
                </c:pt>
                <c:pt idx="52">
                  <c:v>1.2498412608258622</c:v>
                </c:pt>
                <c:pt idx="53">
                  <c:v>0.43224004524977183</c:v>
                </c:pt>
                <c:pt idx="54">
                  <c:v>0.9207388766430274</c:v>
                </c:pt>
                <c:pt idx="55">
                  <c:v>0.5811938822146728</c:v>
                </c:pt>
                <c:pt idx="56">
                  <c:v>0.15817352344993263</c:v>
                </c:pt>
                <c:pt idx="57">
                  <c:v>-1.6442372807933825</c:v>
                </c:pt>
                <c:pt idx="58">
                  <c:v>-2.270785458916147</c:v>
                </c:pt>
                <c:pt idx="59">
                  <c:v>-2.2865247041122494</c:v>
                </c:pt>
                <c:pt idx="60">
                  <c:v>-1.6890816308017989</c:v>
                </c:pt>
                <c:pt idx="61">
                  <c:v>-1.4533410438091452</c:v>
                </c:pt>
                <c:pt idx="62">
                  <c:v>-2.0273340239964703</c:v>
                </c:pt>
                <c:pt idx="63">
                  <c:v>-0.656197175566964</c:v>
                </c:pt>
                <c:pt idx="64">
                  <c:v>1.05535992742547</c:v>
                </c:pt>
                <c:pt idx="65">
                  <c:v>0.17759009119367597</c:v>
                </c:pt>
                <c:pt idx="66">
                  <c:v>0.6339101584800744</c:v>
                </c:pt>
                <c:pt idx="67">
                  <c:v>0.5643306415324996</c:v>
                </c:pt>
                <c:pt idx="68">
                  <c:v>0.8351158588906886</c:v>
                </c:pt>
                <c:pt idx="69">
                  <c:v>-0.2337021143540156</c:v>
                </c:pt>
                <c:pt idx="70">
                  <c:v>-1.6304179258549272</c:v>
                </c:pt>
                <c:pt idx="71">
                  <c:v>-1.9179711120983862</c:v>
                </c:pt>
                <c:pt idx="72">
                  <c:v>-1.3639377324580375</c:v>
                </c:pt>
                <c:pt idx="73">
                  <c:v>0.07055415134779852</c:v>
                </c:pt>
                <c:pt idx="74">
                  <c:v>-0.30848151684392566</c:v>
                </c:pt>
                <c:pt idx="75">
                  <c:v>0.4626083789833643</c:v>
                </c:pt>
                <c:pt idx="76">
                  <c:v>1.6887841748667538</c:v>
                </c:pt>
                <c:pt idx="77">
                  <c:v>1.9092228358513281</c:v>
                </c:pt>
                <c:pt idx="78">
                  <c:v>1.39575879095218</c:v>
                </c:pt>
                <c:pt idx="79">
                  <c:v>0.11079194608931708</c:v>
                </c:pt>
                <c:pt idx="80">
                  <c:v>-0.05937827469490545</c:v>
                </c:pt>
                <c:pt idx="81">
                  <c:v>-0.8605518664976459</c:v>
                </c:pt>
                <c:pt idx="82">
                  <c:v>-0.9557808517262164</c:v>
                </c:pt>
                <c:pt idx="83">
                  <c:v>-1.7695785513074331</c:v>
                </c:pt>
                <c:pt idx="84">
                  <c:v>-1.803169390288102</c:v>
                </c:pt>
                <c:pt idx="85">
                  <c:v>-0.6090585172333696</c:v>
                </c:pt>
                <c:pt idx="86">
                  <c:v>-0.34237910561224816</c:v>
                </c:pt>
                <c:pt idx="87">
                  <c:v>0.6633985255380466</c:v>
                </c:pt>
                <c:pt idx="88">
                  <c:v>0.6106939615763418</c:v>
                </c:pt>
                <c:pt idx="89">
                  <c:v>1.2620530765177376</c:v>
                </c:pt>
                <c:pt idx="90">
                  <c:v>0.14779090244091808</c:v>
                </c:pt>
                <c:pt idx="91">
                  <c:v>-0.12563105224616228</c:v>
                </c:pt>
                <c:pt idx="92">
                  <c:v>-2.0368166875856573</c:v>
                </c:pt>
                <c:pt idx="93">
                  <c:v>-2.6445405275470386</c:v>
                </c:pt>
                <c:pt idx="94">
                  <c:v>-2.0606321634150166</c:v>
                </c:pt>
                <c:pt idx="95">
                  <c:v>-2.528541422253614</c:v>
                </c:pt>
                <c:pt idx="96">
                  <c:v>-1.8263420874978742</c:v>
                </c:pt>
                <c:pt idx="97">
                  <c:v>0.1073430705090137</c:v>
                </c:pt>
                <c:pt idx="98">
                  <c:v>-0.049688181360820594</c:v>
                </c:pt>
                <c:pt idx="99">
                  <c:v>0.7215670763897309</c:v>
                </c:pt>
                <c:pt idx="100">
                  <c:v>1.2439436553600651</c:v>
                </c:pt>
                <c:pt idx="101">
                  <c:v>1.4639015918677518</c:v>
                </c:pt>
                <c:pt idx="102">
                  <c:v>1.0958538994626803</c:v>
                </c:pt>
                <c:pt idx="103">
                  <c:v>0.39017085160352627</c:v>
                </c:pt>
                <c:pt idx="104">
                  <c:v>-0.3076931698430599</c:v>
                </c:pt>
                <c:pt idx="105">
                  <c:v>-1.0727850496371247</c:v>
                </c:pt>
                <c:pt idx="106">
                  <c:v>-1.7207438372985435</c:v>
                </c:pt>
                <c:pt idx="107">
                  <c:v>-0.9991234892581488</c:v>
                </c:pt>
                <c:pt idx="108">
                  <c:v>-0.6928137970933085</c:v>
                </c:pt>
                <c:pt idx="109">
                  <c:v>-0.590567633859362</c:v>
                </c:pt>
                <c:pt idx="110">
                  <c:v>1.0452185082643812</c:v>
                </c:pt>
                <c:pt idx="111">
                  <c:v>1.340789749396849</c:v>
                </c:pt>
                <c:pt idx="112">
                  <c:v>2.1136213075038226</c:v>
                </c:pt>
                <c:pt idx="113">
                  <c:v>1.1819963362558454</c:v>
                </c:pt>
                <c:pt idx="114">
                  <c:v>0.5978401252338216</c:v>
                </c:pt>
                <c:pt idx="115">
                  <c:v>-0.30651424410974</c:v>
                </c:pt>
                <c:pt idx="116">
                  <c:v>-1.0768298181996627</c:v>
                </c:pt>
                <c:pt idx="117">
                  <c:v>-2.8879930423519555</c:v>
                </c:pt>
                <c:pt idx="118">
                  <c:v>-2.6913346234849893</c:v>
                </c:pt>
                <c:pt idx="119">
                  <c:v>-1.449978300223578</c:v>
                </c:pt>
                <c:pt idx="120">
                  <c:v>-1.9293765629912034</c:v>
                </c:pt>
                <c:pt idx="121">
                  <c:v>-0.12732786300195958</c:v>
                </c:pt>
                <c:pt idx="122">
                  <c:v>-0.6525056251949116</c:v>
                </c:pt>
                <c:pt idx="123">
                  <c:v>1.2563945190496368</c:v>
                </c:pt>
                <c:pt idx="124">
                  <c:v>0.7640241239721977</c:v>
                </c:pt>
                <c:pt idx="125">
                  <c:v>0.8619666531070136</c:v>
                </c:pt>
                <c:pt idx="126">
                  <c:v>-0.31653576412718476</c:v>
                </c:pt>
                <c:pt idx="127">
                  <c:v>-1.6182489115854235</c:v>
                </c:pt>
                <c:pt idx="128">
                  <c:v>-0.7670363604764061</c:v>
                </c:pt>
                <c:pt idx="129">
                  <c:v>-1.1995886454666442</c:v>
                </c:pt>
                <c:pt idx="130">
                  <c:v>-2.0665538106833634</c:v>
                </c:pt>
                <c:pt idx="131">
                  <c:v>-1.4908454593971725</c:v>
                </c:pt>
                <c:pt idx="132">
                  <c:v>-0.2711223903568784</c:v>
                </c:pt>
                <c:pt idx="133">
                  <c:v>0.23054831954606708</c:v>
                </c:pt>
                <c:pt idx="134">
                  <c:v>1.6029838555442573</c:v>
                </c:pt>
                <c:pt idx="135">
                  <c:v>1.2784190285429706</c:v>
                </c:pt>
                <c:pt idx="136">
                  <c:v>1.7939211381439575</c:v>
                </c:pt>
                <c:pt idx="137">
                  <c:v>1.059198367701676</c:v>
                </c:pt>
                <c:pt idx="138">
                  <c:v>0.061287086757132736</c:v>
                </c:pt>
                <c:pt idx="139">
                  <c:v>-1.1767566199483732</c:v>
                </c:pt>
                <c:pt idx="140">
                  <c:v>-0.3802377530157196</c:v>
                </c:pt>
                <c:pt idx="141">
                  <c:v>-1.1088424182292456</c:v>
                </c:pt>
                <c:pt idx="142">
                  <c:v>-0.7127588221341475</c:v>
                </c:pt>
                <c:pt idx="143">
                  <c:v>-0.8499583247002606</c:v>
                </c:pt>
                <c:pt idx="144">
                  <c:v>-0.20905185199394058</c:v>
                </c:pt>
                <c:pt idx="145">
                  <c:v>0.974826748753748</c:v>
                </c:pt>
                <c:pt idx="146">
                  <c:v>1.21252681207502</c:v>
                </c:pt>
                <c:pt idx="147">
                  <c:v>1.254379262852746</c:v>
                </c:pt>
                <c:pt idx="148">
                  <c:v>0.8240773539973181</c:v>
                </c:pt>
                <c:pt idx="149">
                  <c:v>0.46406736796008613</c:v>
                </c:pt>
                <c:pt idx="150">
                  <c:v>-0.9613080121652935</c:v>
                </c:pt>
                <c:pt idx="151">
                  <c:v>-1.8963580460721658</c:v>
                </c:pt>
                <c:pt idx="152">
                  <c:v>-1.401392470266975</c:v>
                </c:pt>
                <c:pt idx="153">
                  <c:v>-2.2660281170163032</c:v>
                </c:pt>
                <c:pt idx="154">
                  <c:v>-2.024424330479229</c:v>
                </c:pt>
                <c:pt idx="155">
                  <c:v>-1.029136902345519</c:v>
                </c:pt>
                <c:pt idx="156">
                  <c:v>0.138747904637759</c:v>
                </c:pt>
                <c:pt idx="157">
                  <c:v>-0.09442169856557014</c:v>
                </c:pt>
                <c:pt idx="158">
                  <c:v>1.1727285013737563</c:v>
                </c:pt>
                <c:pt idx="159">
                  <c:v>0.8231748258103763</c:v>
                </c:pt>
                <c:pt idx="160">
                  <c:v>-0.2926020623107162</c:v>
                </c:pt>
                <c:pt idx="161">
                  <c:v>0.3613258216902294</c:v>
                </c:pt>
                <c:pt idx="162">
                  <c:v>-0.4371491379164247</c:v>
                </c:pt>
                <c:pt idx="163">
                  <c:v>-1.1397544904364525</c:v>
                </c:pt>
                <c:pt idx="164">
                  <c:v>-2.1177065987578416</c:v>
                </c:pt>
                <c:pt idx="165">
                  <c:v>-1.3583833822234541</c:v>
                </c:pt>
                <c:pt idx="166">
                  <c:v>-0.9004759740238715</c:v>
                </c:pt>
                <c:pt idx="167">
                  <c:v>0.1275850800591831</c:v>
                </c:pt>
                <c:pt idx="168">
                  <c:v>0.2600129570783184</c:v>
                </c:pt>
                <c:pt idx="169">
                  <c:v>0.8574008015376438</c:v>
                </c:pt>
                <c:pt idx="170">
                  <c:v>2.6630645471691037</c:v>
                </c:pt>
                <c:pt idx="171">
                  <c:v>1.8373062365362105</c:v>
                </c:pt>
                <c:pt idx="172">
                  <c:v>1.3502322481906364</c:v>
                </c:pt>
                <c:pt idx="173">
                  <c:v>0.19595119315346596</c:v>
                </c:pt>
                <c:pt idx="174">
                  <c:v>-0.5870734483322886</c:v>
                </c:pt>
                <c:pt idx="175">
                  <c:v>-1.038265019610167</c:v>
                </c:pt>
                <c:pt idx="176">
                  <c:v>-1.024980523292331</c:v>
                </c:pt>
                <c:pt idx="177">
                  <c:v>-1.5742426691149949</c:v>
                </c:pt>
                <c:pt idx="178">
                  <c:v>-0.8221214488729663</c:v>
                </c:pt>
                <c:pt idx="179">
                  <c:v>0.30326336593114084</c:v>
                </c:pt>
                <c:pt idx="180">
                  <c:v>1.4405571128234986</c:v>
                </c:pt>
                <c:pt idx="181">
                  <c:v>1.35254171124161</c:v>
                </c:pt>
                <c:pt idx="182">
                  <c:v>1.3129049692543848</c:v>
                </c:pt>
                <c:pt idx="183">
                  <c:v>0.8488512607736136</c:v>
                </c:pt>
                <c:pt idx="184">
                  <c:v>-0.2068562973533109</c:v>
                </c:pt>
                <c:pt idx="185">
                  <c:v>-0.36725062402717484</c:v>
                </c:pt>
                <c:pt idx="186">
                  <c:v>-1.2584212211705408</c:v>
                </c:pt>
                <c:pt idx="187">
                  <c:v>-1.9434785021855356</c:v>
                </c:pt>
                <c:pt idx="188">
                  <c:v>-1.5303186104737785</c:v>
                </c:pt>
                <c:pt idx="189">
                  <c:v>-1.296417612667599</c:v>
                </c:pt>
                <c:pt idx="190">
                  <c:v>-0.7358420098996541</c:v>
                </c:pt>
                <c:pt idx="191">
                  <c:v>0.4391160491005681</c:v>
                </c:pt>
                <c:pt idx="192">
                  <c:v>0.8835396177261297</c:v>
                </c:pt>
                <c:pt idx="193">
                  <c:v>2.0814260030422993</c:v>
                </c:pt>
                <c:pt idx="194">
                  <c:v>0.6080562342501322</c:v>
                </c:pt>
                <c:pt idx="195">
                  <c:v>1.323731290154682</c:v>
                </c:pt>
                <c:pt idx="196">
                  <c:v>0.8207165625370461</c:v>
                </c:pt>
                <c:pt idx="197">
                  <c:v>0.17930676365337261</c:v>
                </c:pt>
                <c:pt idx="198">
                  <c:v>-0.3063999891271255</c:v>
                </c:pt>
                <c:pt idx="199">
                  <c:v>-0.7518051670720353</c:v>
                </c:pt>
                <c:pt idx="200">
                  <c:v>-1.4333029265971176</c:v>
                </c:pt>
                <c:pt idx="201">
                  <c:v>-1.040507725956064</c:v>
                </c:pt>
                <c:pt idx="202">
                  <c:v>0.5871922969871124</c:v>
                </c:pt>
                <c:pt idx="203">
                  <c:v>0.4789872416419884</c:v>
                </c:pt>
                <c:pt idx="204">
                  <c:v>1.8620124644681688</c:v>
                </c:pt>
                <c:pt idx="205">
                  <c:v>2.67990191900847</c:v>
                </c:pt>
                <c:pt idx="206">
                  <c:v>1.0842437777874112</c:v>
                </c:pt>
                <c:pt idx="207">
                  <c:v>0.002989320950097518</c:v>
                </c:pt>
                <c:pt idx="208">
                  <c:v>0.403773329987543</c:v>
                </c:pt>
                <c:pt idx="209">
                  <c:v>-0.29877876355101923</c:v>
                </c:pt>
                <c:pt idx="210">
                  <c:v>-1.2480748652379121</c:v>
                </c:pt>
                <c:pt idx="211">
                  <c:v>-1.702184500159119</c:v>
                </c:pt>
                <c:pt idx="212">
                  <c:v>-1.8347438352308731</c:v>
                </c:pt>
                <c:pt idx="213">
                  <c:v>-1.2452784825955816</c:v>
                </c:pt>
                <c:pt idx="214">
                  <c:v>0.08200377596312546</c:v>
                </c:pt>
                <c:pt idx="215">
                  <c:v>0.0999025252136484</c:v>
                </c:pt>
                <c:pt idx="216">
                  <c:v>0.22156162137216118</c:v>
                </c:pt>
                <c:pt idx="217">
                  <c:v>1.5758477653806173</c:v>
                </c:pt>
                <c:pt idx="218">
                  <c:v>1.0505606516254793</c:v>
                </c:pt>
                <c:pt idx="219">
                  <c:v>0.2515158962561177</c:v>
                </c:pt>
                <c:pt idx="220">
                  <c:v>-1.3713934589179286</c:v>
                </c:pt>
                <c:pt idx="221">
                  <c:v>-1.6731749135214171</c:v>
                </c:pt>
                <c:pt idx="222">
                  <c:v>-2.020932001640374</c:v>
                </c:pt>
                <c:pt idx="223">
                  <c:v>-2.1696661235725525</c:v>
                </c:pt>
                <c:pt idx="224">
                  <c:v>-1.458712913093773</c:v>
                </c:pt>
                <c:pt idx="225">
                  <c:v>-0.9010131313154521</c:v>
                </c:pt>
                <c:pt idx="226">
                  <c:v>0.8395242268362001</c:v>
                </c:pt>
                <c:pt idx="227">
                  <c:v>1.5105040619802126</c:v>
                </c:pt>
                <c:pt idx="228">
                  <c:v>2.41865232651746</c:v>
                </c:pt>
                <c:pt idx="229">
                  <c:v>0.9716350497079148</c:v>
                </c:pt>
                <c:pt idx="230">
                  <c:v>1.931644396329909</c:v>
                </c:pt>
                <c:pt idx="231">
                  <c:v>0.7999094553651631</c:v>
                </c:pt>
                <c:pt idx="232">
                  <c:v>-0.27230687259797287</c:v>
                </c:pt>
                <c:pt idx="233">
                  <c:v>-1.6009251315421096</c:v>
                </c:pt>
                <c:pt idx="234">
                  <c:v>-1.103990207910436</c:v>
                </c:pt>
                <c:pt idx="235">
                  <c:v>-0.2699562068278697</c:v>
                </c:pt>
                <c:pt idx="236">
                  <c:v>-0.38632049455256895</c:v>
                </c:pt>
                <c:pt idx="237">
                  <c:v>0.2802838062737933</c:v>
                </c:pt>
                <c:pt idx="238">
                  <c:v>1.1576790321064974</c:v>
                </c:pt>
                <c:pt idx="239">
                  <c:v>2.6069693787166455</c:v>
                </c:pt>
                <c:pt idx="240">
                  <c:v>2.0273841183792354</c:v>
                </c:pt>
                <c:pt idx="241">
                  <c:v>0.466222199915194</c:v>
                </c:pt>
                <c:pt idx="242">
                  <c:v>0.6076416485034025</c:v>
                </c:pt>
                <c:pt idx="243">
                  <c:v>-0.5648339508395435</c:v>
                </c:pt>
                <c:pt idx="244">
                  <c:v>-2.1246923669703586</c:v>
                </c:pt>
                <c:pt idx="245">
                  <c:v>-1.8654341117048565</c:v>
                </c:pt>
                <c:pt idx="246">
                  <c:v>-1.2197792668357592</c:v>
                </c:pt>
                <c:pt idx="247">
                  <c:v>-1.2295567768234392</c:v>
                </c:pt>
                <c:pt idx="248">
                  <c:v>-1.1365157270510255</c:v>
                </c:pt>
                <c:pt idx="249">
                  <c:v>-0.5688293039080472</c:v>
                </c:pt>
                <c:pt idx="250">
                  <c:v>1.004917507230751</c:v>
                </c:pt>
                <c:pt idx="251">
                  <c:v>1.3497946938503207</c:v>
                </c:pt>
                <c:pt idx="252">
                  <c:v>1.5291750434028861</c:v>
                </c:pt>
                <c:pt idx="253">
                  <c:v>0.8504978472773645</c:v>
                </c:pt>
                <c:pt idx="254">
                  <c:v>0.004989001026930645</c:v>
                </c:pt>
                <c:pt idx="255">
                  <c:v>-0.20104994214422967</c:v>
                </c:pt>
                <c:pt idx="256">
                  <c:v>-0.7173089848887304</c:v>
                </c:pt>
                <c:pt idx="257">
                  <c:v>-1.388122087802231</c:v>
                </c:pt>
                <c:pt idx="258">
                  <c:v>-2.143105756875641</c:v>
                </c:pt>
                <c:pt idx="259">
                  <c:v>-0.7745183282519384</c:v>
                </c:pt>
                <c:pt idx="260">
                  <c:v>-0.14410800252946368</c:v>
                </c:pt>
                <c:pt idx="261">
                  <c:v>1.5244827516719939</c:v>
                </c:pt>
                <c:pt idx="262">
                  <c:v>0.8994124972123906</c:v>
                </c:pt>
                <c:pt idx="263">
                  <c:v>1.823417065071651</c:v>
                </c:pt>
                <c:pt idx="264">
                  <c:v>2.176112595023035</c:v>
                </c:pt>
                <c:pt idx="265">
                  <c:v>1.1823794935881304</c:v>
                </c:pt>
                <c:pt idx="266">
                  <c:v>1.4799970643402551</c:v>
                </c:pt>
                <c:pt idx="267">
                  <c:v>0.4172745565326322</c:v>
                </c:pt>
                <c:pt idx="268">
                  <c:v>-0.7928974728631639</c:v>
                </c:pt>
                <c:pt idx="269">
                  <c:v>-0.3308515766938786</c:v>
                </c:pt>
                <c:pt idx="270">
                  <c:v>-0.6159192571707252</c:v>
                </c:pt>
                <c:pt idx="271">
                  <c:v>-1.6712525139056735</c:v>
                </c:pt>
                <c:pt idx="272">
                  <c:v>0.5765964955699462</c:v>
                </c:pt>
                <c:pt idx="273">
                  <c:v>1.4543824035860315</c:v>
                </c:pt>
                <c:pt idx="274">
                  <c:v>1.8618756629171886</c:v>
                </c:pt>
                <c:pt idx="275">
                  <c:v>1.1256264622076022</c:v>
                </c:pt>
                <c:pt idx="276">
                  <c:v>1.2307697216897702</c:v>
                </c:pt>
                <c:pt idx="277">
                  <c:v>0.8774306452076426</c:v>
                </c:pt>
                <c:pt idx="278">
                  <c:v>0.5518749876466086</c:v>
                </c:pt>
                <c:pt idx="279">
                  <c:v>-1.0250555805287527</c:v>
                </c:pt>
                <c:pt idx="280">
                  <c:v>-1.7909602774988702</c:v>
                </c:pt>
                <c:pt idx="281">
                  <c:v>-0.9191699537163398</c:v>
                </c:pt>
                <c:pt idx="282">
                  <c:v>-1.4436874560555122</c:v>
                </c:pt>
                <c:pt idx="283">
                  <c:v>-1.0004509438229938</c:v>
                </c:pt>
                <c:pt idx="284">
                  <c:v>-0.9568869736504393</c:v>
                </c:pt>
                <c:pt idx="285">
                  <c:v>1.62059590025258</c:v>
                </c:pt>
                <c:pt idx="286">
                  <c:v>2.0545343707393466</c:v>
                </c:pt>
                <c:pt idx="287">
                  <c:v>1.8735948138539391</c:v>
                </c:pt>
                <c:pt idx="288">
                  <c:v>1.1536498071395722</c:v>
                </c:pt>
                <c:pt idx="289">
                  <c:v>0.4323194319493639</c:v>
                </c:pt>
                <c:pt idx="290">
                  <c:v>0.021850281403593186</c:v>
                </c:pt>
                <c:pt idx="291">
                  <c:v>-0.9345098397960369</c:v>
                </c:pt>
                <c:pt idx="292">
                  <c:v>-1.5206923871545412</c:v>
                </c:pt>
                <c:pt idx="293">
                  <c:v>-1.1892265757352696</c:v>
                </c:pt>
                <c:pt idx="294">
                  <c:v>0.3711640407032485</c:v>
                </c:pt>
                <c:pt idx="295">
                  <c:v>0.7898249784660412</c:v>
                </c:pt>
                <c:pt idx="296">
                  <c:v>1.0795192672316303</c:v>
                </c:pt>
                <c:pt idx="297">
                  <c:v>1.4902199248395456</c:v>
                </c:pt>
                <c:pt idx="298">
                  <c:v>2.121809715845915</c:v>
                </c:pt>
                <c:pt idx="299">
                  <c:v>3.13137022004865</c:v>
                </c:pt>
                <c:pt idx="300">
                  <c:v>1.7907820895036257</c:v>
                </c:pt>
                <c:pt idx="301">
                  <c:v>0.5844798191607352</c:v>
                </c:pt>
                <c:pt idx="302">
                  <c:v>-0.20230488431137422</c:v>
                </c:pt>
                <c:pt idx="303">
                  <c:v>-0.9676302373208776</c:v>
                </c:pt>
                <c:pt idx="304">
                  <c:v>-0.9984061744501008</c:v>
                </c:pt>
                <c:pt idx="305">
                  <c:v>-0.7060025246958761</c:v>
                </c:pt>
                <c:pt idx="306">
                  <c:v>-0.5923239630644554</c:v>
                </c:pt>
                <c:pt idx="307">
                  <c:v>0.5283117659841248</c:v>
                </c:pt>
                <c:pt idx="308">
                  <c:v>1.1479695444849745</c:v>
                </c:pt>
                <c:pt idx="309">
                  <c:v>1.4309170100583664</c:v>
                </c:pt>
                <c:pt idx="310">
                  <c:v>0.7581306853599805</c:v>
                </c:pt>
                <c:pt idx="311">
                  <c:v>1.3297247001925958</c:v>
                </c:pt>
                <c:pt idx="312">
                  <c:v>0.36267398881524443</c:v>
                </c:pt>
                <c:pt idx="313">
                  <c:v>-0.06544471482916625</c:v>
                </c:pt>
                <c:pt idx="314">
                  <c:v>-1.710169900596335</c:v>
                </c:pt>
                <c:pt idx="315">
                  <c:v>-1.2916938160193054</c:v>
                </c:pt>
                <c:pt idx="316">
                  <c:v>-0.7605195059957467</c:v>
                </c:pt>
                <c:pt idx="317">
                  <c:v>-1.4626979794031263</c:v>
                </c:pt>
                <c:pt idx="318">
                  <c:v>-1.0552773568944163</c:v>
                </c:pt>
                <c:pt idx="319">
                  <c:v>0.43474698142325824</c:v>
                </c:pt>
                <c:pt idx="320">
                  <c:v>1.4105479136889372</c:v>
                </c:pt>
                <c:pt idx="321">
                  <c:v>1.2742211513397101</c:v>
                </c:pt>
                <c:pt idx="322">
                  <c:v>1.6968466867076764</c:v>
                </c:pt>
                <c:pt idx="323">
                  <c:v>2.162080090032888</c:v>
                </c:pt>
                <c:pt idx="324">
                  <c:v>0.8001535085516192</c:v>
                </c:pt>
                <c:pt idx="325">
                  <c:v>0.011438240132144006</c:v>
                </c:pt>
                <c:pt idx="326">
                  <c:v>-1.306938347817116</c:v>
                </c:pt>
                <c:pt idx="327">
                  <c:v>-0.9623177028973438</c:v>
                </c:pt>
                <c:pt idx="328">
                  <c:v>-1.166568179739424</c:v>
                </c:pt>
                <c:pt idx="329">
                  <c:v>-0.4675506648795359</c:v>
                </c:pt>
                <c:pt idx="330">
                  <c:v>1.1052288045072136</c:v>
                </c:pt>
                <c:pt idx="331">
                  <c:v>0.8366709695742485</c:v>
                </c:pt>
                <c:pt idx="332">
                  <c:v>2.6611667998600317</c:v>
                </c:pt>
                <c:pt idx="333">
                  <c:v>3.2935090052204807</c:v>
                </c:pt>
                <c:pt idx="334">
                  <c:v>2.244718621725877</c:v>
                </c:pt>
                <c:pt idx="335">
                  <c:v>1.5041050824492581</c:v>
                </c:pt>
                <c:pt idx="336">
                  <c:v>1.4667130116011444</c:v>
                </c:pt>
                <c:pt idx="337">
                  <c:v>-0.10767231315449137</c:v>
                </c:pt>
                <c:pt idx="338">
                  <c:v>-1.1062278878165563</c:v>
                </c:pt>
                <c:pt idx="339">
                  <c:v>-2.0319267576988373</c:v>
                </c:pt>
                <c:pt idx="340">
                  <c:v>-1.133743176684043</c:v>
                </c:pt>
                <c:pt idx="341">
                  <c:v>0.3948414349501437</c:v>
                </c:pt>
                <c:pt idx="342">
                  <c:v>0.8806651016562732</c:v>
                </c:pt>
                <c:pt idx="343">
                  <c:v>0.4034794579100893</c:v>
                </c:pt>
                <c:pt idx="344">
                  <c:v>0.8648429974042827</c:v>
                </c:pt>
                <c:pt idx="345">
                  <c:v>1.4084169087231408</c:v>
                </c:pt>
                <c:pt idx="346">
                  <c:v>1.4950667653302872</c:v>
                </c:pt>
                <c:pt idx="347">
                  <c:v>0.25988195087324145</c:v>
                </c:pt>
                <c:pt idx="348">
                  <c:v>-0.547689857525589</c:v>
                </c:pt>
                <c:pt idx="349">
                  <c:v>-0.9631918603319074</c:v>
                </c:pt>
                <c:pt idx="350">
                  <c:v>-1.4271948000029453</c:v>
                </c:pt>
                <c:pt idx="351">
                  <c:v>-1.5118626322679054</c:v>
                </c:pt>
                <c:pt idx="352">
                  <c:v>-1.1785250218084862</c:v>
                </c:pt>
                <c:pt idx="353">
                  <c:v>-0.31305899390658737</c:v>
                </c:pt>
                <c:pt idx="354">
                  <c:v>1.1775129323693971</c:v>
                </c:pt>
                <c:pt idx="355">
                  <c:v>2.4693596327260656</c:v>
                </c:pt>
                <c:pt idx="356">
                  <c:v>2.041771912649557</c:v>
                </c:pt>
                <c:pt idx="357">
                  <c:v>1.889747698603254</c:v>
                </c:pt>
                <c:pt idx="358">
                  <c:v>1.037751674068082</c:v>
                </c:pt>
                <c:pt idx="359">
                  <c:v>1.2773360157216325</c:v>
                </c:pt>
                <c:pt idx="360">
                  <c:v>-0.8812771656141107</c:v>
                </c:pt>
                <c:pt idx="361">
                  <c:v>-1.3236989468652367</c:v>
                </c:pt>
                <c:pt idx="362">
                  <c:v>-0.25534536884878956</c:v>
                </c:pt>
                <c:pt idx="363">
                  <c:v>-0.03151601411102478</c:v>
                </c:pt>
                <c:pt idx="364">
                  <c:v>-0.16351519653720475</c:v>
                </c:pt>
                <c:pt idx="365">
                  <c:v>-0.2744574078931954</c:v>
                </c:pt>
                <c:pt idx="366">
                  <c:v>1.3706950055747533</c:v>
                </c:pt>
                <c:pt idx="367">
                  <c:v>2.029329582843336</c:v>
                </c:pt>
                <c:pt idx="368">
                  <c:v>2.5690090663994622</c:v>
                </c:pt>
                <c:pt idx="369">
                  <c:v>2.7157937693223264</c:v>
                </c:pt>
                <c:pt idx="370">
                  <c:v>1.258107416828815</c:v>
                </c:pt>
                <c:pt idx="371">
                  <c:v>0.2098444512902597</c:v>
                </c:pt>
                <c:pt idx="372">
                  <c:v>-0.95090077618571</c:v>
                </c:pt>
                <c:pt idx="373">
                  <c:v>-1.4167624525762785</c:v>
                </c:pt>
                <c:pt idx="374">
                  <c:v>-1.6661190329439133</c:v>
                </c:pt>
                <c:pt idx="375">
                  <c:v>-1.5376809768291122</c:v>
                </c:pt>
                <c:pt idx="376">
                  <c:v>-0.32731518506539464</c:v>
                </c:pt>
                <c:pt idx="377">
                  <c:v>-0.4363110180023252</c:v>
                </c:pt>
                <c:pt idx="378">
                  <c:v>1.2216112548795146</c:v>
                </c:pt>
                <c:pt idx="379">
                  <c:v>1.9799717145255022</c:v>
                </c:pt>
                <c:pt idx="380">
                  <c:v>2.2165123968717877</c:v>
                </c:pt>
                <c:pt idx="381">
                  <c:v>0.8799026268184533</c:v>
                </c:pt>
                <c:pt idx="382">
                  <c:v>0.4357717115059423</c:v>
                </c:pt>
                <c:pt idx="383">
                  <c:v>-0.4085380367046851</c:v>
                </c:pt>
                <c:pt idx="384">
                  <c:v>-0.9287184455936179</c:v>
                </c:pt>
                <c:pt idx="385">
                  <c:v>-1.4277694760238162</c:v>
                </c:pt>
                <c:pt idx="386">
                  <c:v>-2.0508389616408933</c:v>
                </c:pt>
                <c:pt idx="387">
                  <c:v>-1.4486066622456895</c:v>
                </c:pt>
                <c:pt idx="388">
                  <c:v>0.7246843287153986</c:v>
                </c:pt>
                <c:pt idx="389">
                  <c:v>1.1474149433980176</c:v>
                </c:pt>
                <c:pt idx="390">
                  <c:v>1.7677635059387053</c:v>
                </c:pt>
                <c:pt idx="391">
                  <c:v>2.5328606253410713</c:v>
                </c:pt>
                <c:pt idx="392">
                  <c:v>1.5940054709139515</c:v>
                </c:pt>
                <c:pt idx="393">
                  <c:v>1.617839007288082</c:v>
                </c:pt>
                <c:pt idx="394">
                  <c:v>0.9739639109635788</c:v>
                </c:pt>
                <c:pt idx="395">
                  <c:v>0.12420313139191033</c:v>
                </c:pt>
                <c:pt idx="396">
                  <c:v>-0.5685939318597718</c:v>
                </c:pt>
                <c:pt idx="397">
                  <c:v>-0.03192576078190751</c:v>
                </c:pt>
                <c:pt idx="398">
                  <c:v>-0.5108906707482058</c:v>
                </c:pt>
                <c:pt idx="399">
                  <c:v>-0.8627420126308984</c:v>
                </c:pt>
                <c:pt idx="400">
                  <c:v>0.22117033059184787</c:v>
                </c:pt>
                <c:pt idx="401">
                  <c:v>2.0182022474778165</c:v>
                </c:pt>
                <c:pt idx="402">
                  <c:v>2.2045520091648747</c:v>
                </c:pt>
                <c:pt idx="403">
                  <c:v>0.9246802951745478</c:v>
                </c:pt>
                <c:pt idx="404">
                  <c:v>2.125112618119954</c:v>
                </c:pt>
                <c:pt idx="405">
                  <c:v>1.3910449180841047</c:v>
                </c:pt>
                <c:pt idx="406">
                  <c:v>0.7836331694303048</c:v>
                </c:pt>
                <c:pt idx="407">
                  <c:v>-1.1887151266414517</c:v>
                </c:pt>
                <c:pt idx="408">
                  <c:v>-1.764437140682249</c:v>
                </c:pt>
                <c:pt idx="409">
                  <c:v>-1.9594363395268866</c:v>
                </c:pt>
                <c:pt idx="410">
                  <c:v>0.10004446308167814</c:v>
                </c:pt>
                <c:pt idx="411">
                  <c:v>-0.7543416754428763</c:v>
                </c:pt>
                <c:pt idx="412">
                  <c:v>0.7224226164338887</c:v>
                </c:pt>
                <c:pt idx="413">
                  <c:v>0.7681484405534211</c:v>
                </c:pt>
                <c:pt idx="414">
                  <c:v>1.8367891340701252</c:v>
                </c:pt>
                <c:pt idx="415">
                  <c:v>0.8489166612101822</c:v>
                </c:pt>
                <c:pt idx="416">
                  <c:v>0.8178960787402995</c:v>
                </c:pt>
                <c:pt idx="417">
                  <c:v>0.9605043120422497</c:v>
                </c:pt>
                <c:pt idx="418">
                  <c:v>-0.505828498564126</c:v>
                </c:pt>
                <c:pt idx="419">
                  <c:v>-0.20852178299138424</c:v>
                </c:pt>
                <c:pt idx="420">
                  <c:v>-1.149732798640541</c:v>
                </c:pt>
                <c:pt idx="421">
                  <c:v>-1.5583659704923232</c:v>
                </c:pt>
                <c:pt idx="422">
                  <c:v>-0.4123168788978139</c:v>
                </c:pt>
                <c:pt idx="423">
                  <c:v>0.4532263422008782</c:v>
                </c:pt>
                <c:pt idx="424">
                  <c:v>1.2010559291289726</c:v>
                </c:pt>
                <c:pt idx="425">
                  <c:v>1.6246613325616923</c:v>
                </c:pt>
                <c:pt idx="426">
                  <c:v>2.147719478192163</c:v>
                </c:pt>
                <c:pt idx="427">
                  <c:v>2.382982629991428</c:v>
                </c:pt>
                <c:pt idx="428">
                  <c:v>1.2080147261358727</c:v>
                </c:pt>
                <c:pt idx="429">
                  <c:v>0.07857977137148164</c:v>
                </c:pt>
                <c:pt idx="430">
                  <c:v>0.034018862988296594</c:v>
                </c:pt>
                <c:pt idx="431">
                  <c:v>0.028389667281429554</c:v>
                </c:pt>
                <c:pt idx="432">
                  <c:v>-1.5594575433453164</c:v>
                </c:pt>
                <c:pt idx="433">
                  <c:v>-1.003071307899202</c:v>
                </c:pt>
                <c:pt idx="434">
                  <c:v>-0.6162484821509543</c:v>
                </c:pt>
                <c:pt idx="435">
                  <c:v>0.28017984934060225</c:v>
                </c:pt>
                <c:pt idx="436">
                  <c:v>1.718211831560012</c:v>
                </c:pt>
                <c:pt idx="437">
                  <c:v>1.2325538849930204</c:v>
                </c:pt>
                <c:pt idx="438">
                  <c:v>2.2307482930627422</c:v>
                </c:pt>
                <c:pt idx="439">
                  <c:v>1.163645033869542</c:v>
                </c:pt>
                <c:pt idx="440">
                  <c:v>0.9973842139542834</c:v>
                </c:pt>
                <c:pt idx="441">
                  <c:v>-0.49209556887241274</c:v>
                </c:pt>
                <c:pt idx="442">
                  <c:v>-1.6316411230645382</c:v>
                </c:pt>
                <c:pt idx="443">
                  <c:v>-1.2184663253601997</c:v>
                </c:pt>
                <c:pt idx="444">
                  <c:v>-1.450441899962255</c:v>
                </c:pt>
                <c:pt idx="445">
                  <c:v>-0.9869499912565192</c:v>
                </c:pt>
                <c:pt idx="446">
                  <c:v>-0.7452994464101279</c:v>
                </c:pt>
                <c:pt idx="447">
                  <c:v>-0.08210349147791057</c:v>
                </c:pt>
                <c:pt idx="448">
                  <c:v>1.420799618913318</c:v>
                </c:pt>
                <c:pt idx="449">
                  <c:v>1.7973535833458258</c:v>
                </c:pt>
                <c:pt idx="450">
                  <c:v>1.9707191224060252</c:v>
                </c:pt>
                <c:pt idx="451">
                  <c:v>0.8946045407385007</c:v>
                </c:pt>
                <c:pt idx="452">
                  <c:v>0.943280519190748</c:v>
                </c:pt>
                <c:pt idx="453">
                  <c:v>-0.6300929568955739</c:v>
                </c:pt>
                <c:pt idx="454">
                  <c:v>-0.5041844982189012</c:v>
                </c:pt>
                <c:pt idx="455">
                  <c:v>-1.555871798461687</c:v>
                </c:pt>
                <c:pt idx="456">
                  <c:v>-1.3842491222402038</c:v>
                </c:pt>
                <c:pt idx="457">
                  <c:v>0.03529891054303947</c:v>
                </c:pt>
                <c:pt idx="458">
                  <c:v>1.0556499013113625</c:v>
                </c:pt>
                <c:pt idx="459">
                  <c:v>0.5841702485036729</c:v>
                </c:pt>
                <c:pt idx="460">
                  <c:v>1.7083183881794528</c:v>
                </c:pt>
                <c:pt idx="461">
                  <c:v>2.2937834220652964</c:v>
                </c:pt>
                <c:pt idx="462">
                  <c:v>1.6377870333535949</c:v>
                </c:pt>
                <c:pt idx="463">
                  <c:v>1.4411889201121895</c:v>
                </c:pt>
                <c:pt idx="464">
                  <c:v>0.23757993357003804</c:v>
                </c:pt>
                <c:pt idx="465">
                  <c:v>-0.33380387730279854</c:v>
                </c:pt>
                <c:pt idx="466">
                  <c:v>-0.569539017384733</c:v>
                </c:pt>
                <c:pt idx="467">
                  <c:v>-1.7582793824272671</c:v>
                </c:pt>
                <c:pt idx="468">
                  <c:v>-0.9557594445839285</c:v>
                </c:pt>
                <c:pt idx="469">
                  <c:v>-0.7085701273334368</c:v>
                </c:pt>
                <c:pt idx="470">
                  <c:v>-0.09996266916733254</c:v>
                </c:pt>
                <c:pt idx="471">
                  <c:v>-0.004553177670868935</c:v>
                </c:pt>
                <c:pt idx="472">
                  <c:v>2.0786079903263053</c:v>
                </c:pt>
                <c:pt idx="473">
                  <c:v>1.4798090151353147</c:v>
                </c:pt>
                <c:pt idx="474">
                  <c:v>1.4592751793705934</c:v>
                </c:pt>
                <c:pt idx="475">
                  <c:v>0.3215870287661517</c:v>
                </c:pt>
                <c:pt idx="476">
                  <c:v>-0.5915950423474741</c:v>
                </c:pt>
                <c:pt idx="477">
                  <c:v>-1.096419228633609</c:v>
                </c:pt>
                <c:pt idx="478">
                  <c:v>-0.45877125049358913</c:v>
                </c:pt>
                <c:pt idx="479">
                  <c:v>-1.9886908845333826</c:v>
                </c:pt>
                <c:pt idx="480">
                  <c:v>-2.002404942346861</c:v>
                </c:pt>
                <c:pt idx="481">
                  <c:v>-0.7633740947153964</c:v>
                </c:pt>
                <c:pt idx="482">
                  <c:v>0.3149274325137199</c:v>
                </c:pt>
                <c:pt idx="483">
                  <c:v>1.925555880734263</c:v>
                </c:pt>
                <c:pt idx="484">
                  <c:v>2.103853542272161</c:v>
                </c:pt>
                <c:pt idx="485">
                  <c:v>1.3886836685789716</c:v>
                </c:pt>
                <c:pt idx="486">
                  <c:v>1.1247977646698257</c:v>
                </c:pt>
                <c:pt idx="487">
                  <c:v>0.8944342354203767</c:v>
                </c:pt>
                <c:pt idx="488">
                  <c:v>0.5694224981144695</c:v>
                </c:pt>
                <c:pt idx="489">
                  <c:v>-2.012397199793917</c:v>
                </c:pt>
                <c:pt idx="490">
                  <c:v>-0.4595514018669667</c:v>
                </c:pt>
                <c:pt idx="491">
                  <c:v>-0.8926520521656779</c:v>
                </c:pt>
                <c:pt idx="492">
                  <c:v>0.31024537857056766</c:v>
                </c:pt>
                <c:pt idx="493">
                  <c:v>-0.054528800384793574</c:v>
                </c:pt>
                <c:pt idx="494">
                  <c:v>1.342224169740426</c:v>
                </c:pt>
                <c:pt idx="495">
                  <c:v>1.5871693952743353</c:v>
                </c:pt>
                <c:pt idx="496">
                  <c:v>1.7702753555647917</c:v>
                </c:pt>
                <c:pt idx="497">
                  <c:v>2.248434728471454</c:v>
                </c:pt>
                <c:pt idx="498">
                  <c:v>1.4521266655561995</c:v>
                </c:pt>
                <c:pt idx="499">
                  <c:v>0.2995510426883238</c:v>
                </c:pt>
                <c:pt idx="500">
                  <c:v>-0.8985688594675438</c:v>
                </c:pt>
                <c:pt idx="501">
                  <c:v>-2.3291734094554153</c:v>
                </c:pt>
                <c:pt idx="502">
                  <c:v>-1.851744622332509</c:v>
                </c:pt>
                <c:pt idx="503">
                  <c:v>-1.1240328862035327</c:v>
                </c:pt>
                <c:pt idx="504">
                  <c:v>-0.5107157175689945</c:v>
                </c:pt>
                <c:pt idx="505">
                  <c:v>-0.05640461060940626</c:v>
                </c:pt>
                <c:pt idx="506">
                  <c:v>0.11797344026632273</c:v>
                </c:pt>
                <c:pt idx="507">
                  <c:v>1.371008916371234</c:v>
                </c:pt>
                <c:pt idx="508">
                  <c:v>1.6074584353511747</c:v>
                </c:pt>
                <c:pt idx="509">
                  <c:v>1.5679049020076907</c:v>
                </c:pt>
                <c:pt idx="510">
                  <c:v>0.9356394274044701</c:v>
                </c:pt>
                <c:pt idx="511">
                  <c:v>-0.521928748723026</c:v>
                </c:pt>
              </c:numCache>
            </c:numRef>
          </c:yVal>
          <c:smooth val="0"/>
        </c:ser>
        <c:axId val="-2128940872"/>
        <c:axId val="-2129643912"/>
      </c:scatterChart>
      <c:valAx>
        <c:axId val="-2128940872"/>
        <c:scaling>
          <c:orientation val="minMax"/>
        </c:scaling>
        <c:delete val="0"/>
        <c:axPos val="b"/>
        <c:title>
          <c:tx>
            <c:rich>
              <a:bodyPr/>
              <a:lstStyle/>
              <a:p>
                <a:pPr>
                  <a:defRPr sz="1300"/>
                </a:pPr>
                <a:r>
                  <a:t>Time (seconds)</a:t>
                </a:r>
              </a:p>
            </c:rich>
          </c:tx>
          <c:layout/>
          <c:overlay val="0"/>
        </c:title>
        <c:numFmt formatCode="General" sourceLinked="1"/>
        <c:majorTickMark val="out"/>
        <c:minorTickMark val="none"/>
        <c:tickLblPos val="nextTo"/>
        <c:txPr>
          <a:bodyPr/>
          <a:lstStyle/>
          <a:p>
            <a:pPr>
              <a:defRPr sz="1100"/>
            </a:pPr>
          </a:p>
        </c:txPr>
        <c:crossAx val="-2129643912"/>
        <c:crosses val="autoZero"/>
        <c:crossBetween val="midCat"/>
      </c:valAx>
      <c:valAx>
        <c:axId val="-2129643912"/>
        <c:scaling>
          <c:orientation val="minMax"/>
        </c:scaling>
        <c:delete val="0"/>
        <c:axPos val="l"/>
        <c:majorGridlines/>
        <c:title>
          <c:tx>
            <c:rich>
              <a:bodyPr/>
              <a:lstStyle/>
              <a:p>
                <a:pPr>
                  <a:defRPr sz="1300"/>
                </a:pPr>
                <a:r>
                  <a:t>Amplitude (arbitrary units)</a:t>
                </a:r>
              </a:p>
            </c:rich>
          </c:tx>
          <c:layout/>
          <c:overlay val="0"/>
        </c:title>
        <c:numFmt formatCode="General" sourceLinked="1"/>
        <c:majorTickMark val="out"/>
        <c:minorTickMark val="none"/>
        <c:tickLblPos val="nextTo"/>
        <c:txPr>
          <a:bodyPr/>
          <a:lstStyle/>
          <a:p>
            <a:pPr>
              <a:defRPr sz="1100"/>
            </a:pPr>
          </a:p>
        </c:txPr>
        <c:crossAx val="-2128940872"/>
        <c:crosses val="autoZero"/>
        <c:crossBetween val="midCat"/>
      </c:valAx>
    </c:plotArea>
    <c:legend>
      <c:legendPos val="t"/>
      <c:layout/>
      <c:overlay val="1"/>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left: raw</c:v>
                </c:pt>
              </c:strCache>
            </c:strRef>
          </c:tx>
          <c:spPr>
            <a:ln w="16510">
              <a:solidFill>
                <a:srgbClr val="526A72"/>
              </a:solidFill>
            </a:ln>
          </c:spPr>
          <c:marker>
            <c:symbol val="none"/>
          </c:marker>
          <c:xVal>
            <c:numRef>
              <c:f>Sheet1!$A$2:$A$513</c:f>
              <c:numCache>
                <c:formatCode>General</c:formatCode>
                <c:ptCount val="512"/>
                <c:pt idx="0">
                  <c:v>0.0</c:v>
                </c:pt>
                <c:pt idx="1">
                  <c:v>0.00390625</c:v>
                </c:pt>
                <c:pt idx="2">
                  <c:v>0.0078125</c:v>
                </c:pt>
                <c:pt idx="3">
                  <c:v>0.01171875</c:v>
                </c:pt>
                <c:pt idx="4">
                  <c:v>0.015625</c:v>
                </c:pt>
                <c:pt idx="5">
                  <c:v>0.01953125</c:v>
                </c:pt>
                <c:pt idx="6">
                  <c:v>0.0234375</c:v>
                </c:pt>
                <c:pt idx="7">
                  <c:v>0.02734375</c:v>
                </c:pt>
                <c:pt idx="8">
                  <c:v>0.03125</c:v>
                </c:pt>
                <c:pt idx="9">
                  <c:v>0.03515625</c:v>
                </c:pt>
                <c:pt idx="10">
                  <c:v>0.0390625</c:v>
                </c:pt>
                <c:pt idx="11">
                  <c:v>0.04296875</c:v>
                </c:pt>
                <c:pt idx="12">
                  <c:v>0.046875</c:v>
                </c:pt>
                <c:pt idx="13">
                  <c:v>0.05078125</c:v>
                </c:pt>
                <c:pt idx="14">
                  <c:v>0.0546875</c:v>
                </c:pt>
                <c:pt idx="15">
                  <c:v>0.05859375</c:v>
                </c:pt>
                <c:pt idx="16">
                  <c:v>0.0625</c:v>
                </c:pt>
                <c:pt idx="17">
                  <c:v>0.06640625</c:v>
                </c:pt>
                <c:pt idx="18">
                  <c:v>0.0703125</c:v>
                </c:pt>
                <c:pt idx="19">
                  <c:v>0.07421875</c:v>
                </c:pt>
                <c:pt idx="20">
                  <c:v>0.078125</c:v>
                </c:pt>
                <c:pt idx="21">
                  <c:v>0.08203125</c:v>
                </c:pt>
                <c:pt idx="22">
                  <c:v>0.0859375</c:v>
                </c:pt>
                <c:pt idx="23">
                  <c:v>0.08984375</c:v>
                </c:pt>
                <c:pt idx="24">
                  <c:v>0.09375</c:v>
                </c:pt>
                <c:pt idx="25">
                  <c:v>0.09765625</c:v>
                </c:pt>
                <c:pt idx="26">
                  <c:v>0.1015625</c:v>
                </c:pt>
                <c:pt idx="27">
                  <c:v>0.10546875</c:v>
                </c:pt>
                <c:pt idx="28">
                  <c:v>0.109375</c:v>
                </c:pt>
                <c:pt idx="29">
                  <c:v>0.11328125</c:v>
                </c:pt>
                <c:pt idx="30">
                  <c:v>0.1171875</c:v>
                </c:pt>
                <c:pt idx="31">
                  <c:v>0.12109375</c:v>
                </c:pt>
                <c:pt idx="32">
                  <c:v>0.125</c:v>
                </c:pt>
                <c:pt idx="33">
                  <c:v>0.12890625</c:v>
                </c:pt>
                <c:pt idx="34">
                  <c:v>0.1328125</c:v>
                </c:pt>
                <c:pt idx="35">
                  <c:v>0.13671875</c:v>
                </c:pt>
                <c:pt idx="36">
                  <c:v>0.140625</c:v>
                </c:pt>
                <c:pt idx="37">
                  <c:v>0.14453125</c:v>
                </c:pt>
                <c:pt idx="38">
                  <c:v>0.1484375</c:v>
                </c:pt>
                <c:pt idx="39">
                  <c:v>0.15234375</c:v>
                </c:pt>
                <c:pt idx="40">
                  <c:v>0.15625</c:v>
                </c:pt>
                <c:pt idx="41">
                  <c:v>0.16015625</c:v>
                </c:pt>
                <c:pt idx="42">
                  <c:v>0.1640625</c:v>
                </c:pt>
                <c:pt idx="43">
                  <c:v>0.16796875</c:v>
                </c:pt>
                <c:pt idx="44">
                  <c:v>0.171875</c:v>
                </c:pt>
                <c:pt idx="45">
                  <c:v>0.17578125</c:v>
                </c:pt>
                <c:pt idx="46">
                  <c:v>0.1796875</c:v>
                </c:pt>
                <c:pt idx="47">
                  <c:v>0.18359375</c:v>
                </c:pt>
                <c:pt idx="48">
                  <c:v>0.1875</c:v>
                </c:pt>
                <c:pt idx="49">
                  <c:v>0.19140625</c:v>
                </c:pt>
                <c:pt idx="50">
                  <c:v>0.1953125</c:v>
                </c:pt>
                <c:pt idx="51">
                  <c:v>0.19921875</c:v>
                </c:pt>
                <c:pt idx="52">
                  <c:v>0.203125</c:v>
                </c:pt>
                <c:pt idx="53">
                  <c:v>0.20703125</c:v>
                </c:pt>
                <c:pt idx="54">
                  <c:v>0.2109375</c:v>
                </c:pt>
                <c:pt idx="55">
                  <c:v>0.21484375</c:v>
                </c:pt>
                <c:pt idx="56">
                  <c:v>0.21875</c:v>
                </c:pt>
                <c:pt idx="57">
                  <c:v>0.22265625</c:v>
                </c:pt>
                <c:pt idx="58">
                  <c:v>0.2265625</c:v>
                </c:pt>
                <c:pt idx="59">
                  <c:v>0.23046875</c:v>
                </c:pt>
                <c:pt idx="60">
                  <c:v>0.234375</c:v>
                </c:pt>
                <c:pt idx="61">
                  <c:v>0.23828125</c:v>
                </c:pt>
                <c:pt idx="62">
                  <c:v>0.2421875</c:v>
                </c:pt>
                <c:pt idx="63">
                  <c:v>0.24609375</c:v>
                </c:pt>
                <c:pt idx="64">
                  <c:v>0.25</c:v>
                </c:pt>
                <c:pt idx="65">
                  <c:v>0.25390625</c:v>
                </c:pt>
                <c:pt idx="66">
                  <c:v>0.2578125</c:v>
                </c:pt>
                <c:pt idx="67">
                  <c:v>0.26171875</c:v>
                </c:pt>
                <c:pt idx="68">
                  <c:v>0.265625</c:v>
                </c:pt>
                <c:pt idx="69">
                  <c:v>0.26953125</c:v>
                </c:pt>
                <c:pt idx="70">
                  <c:v>0.2734375</c:v>
                </c:pt>
                <c:pt idx="71">
                  <c:v>0.27734375</c:v>
                </c:pt>
                <c:pt idx="72">
                  <c:v>0.28125</c:v>
                </c:pt>
                <c:pt idx="73">
                  <c:v>0.28515625</c:v>
                </c:pt>
                <c:pt idx="74">
                  <c:v>0.2890625</c:v>
                </c:pt>
                <c:pt idx="75">
                  <c:v>0.29296875</c:v>
                </c:pt>
                <c:pt idx="76">
                  <c:v>0.296875</c:v>
                </c:pt>
                <c:pt idx="77">
                  <c:v>0.30078125</c:v>
                </c:pt>
                <c:pt idx="78">
                  <c:v>0.3046875</c:v>
                </c:pt>
                <c:pt idx="79">
                  <c:v>0.30859375</c:v>
                </c:pt>
                <c:pt idx="80">
                  <c:v>0.3125</c:v>
                </c:pt>
                <c:pt idx="81">
                  <c:v>0.31640625</c:v>
                </c:pt>
                <c:pt idx="82">
                  <c:v>0.3203125</c:v>
                </c:pt>
                <c:pt idx="83">
                  <c:v>0.32421875</c:v>
                </c:pt>
                <c:pt idx="84">
                  <c:v>0.328125</c:v>
                </c:pt>
                <c:pt idx="85">
                  <c:v>0.33203125</c:v>
                </c:pt>
                <c:pt idx="86">
                  <c:v>0.3359375</c:v>
                </c:pt>
                <c:pt idx="87">
                  <c:v>0.33984375</c:v>
                </c:pt>
                <c:pt idx="88">
                  <c:v>0.34375</c:v>
                </c:pt>
                <c:pt idx="89">
                  <c:v>0.34765625</c:v>
                </c:pt>
                <c:pt idx="90">
                  <c:v>0.3515625</c:v>
                </c:pt>
                <c:pt idx="91">
                  <c:v>0.35546875</c:v>
                </c:pt>
                <c:pt idx="92">
                  <c:v>0.359375</c:v>
                </c:pt>
                <c:pt idx="93">
                  <c:v>0.36328125</c:v>
                </c:pt>
                <c:pt idx="94">
                  <c:v>0.3671875</c:v>
                </c:pt>
                <c:pt idx="95">
                  <c:v>0.37109375</c:v>
                </c:pt>
                <c:pt idx="96">
                  <c:v>0.375</c:v>
                </c:pt>
                <c:pt idx="97">
                  <c:v>0.37890625</c:v>
                </c:pt>
                <c:pt idx="98">
                  <c:v>0.3828125</c:v>
                </c:pt>
                <c:pt idx="99">
                  <c:v>0.38671875</c:v>
                </c:pt>
                <c:pt idx="100">
                  <c:v>0.390625</c:v>
                </c:pt>
                <c:pt idx="101">
                  <c:v>0.39453125</c:v>
                </c:pt>
                <c:pt idx="102">
                  <c:v>0.3984375</c:v>
                </c:pt>
                <c:pt idx="103">
                  <c:v>0.40234375</c:v>
                </c:pt>
                <c:pt idx="104">
                  <c:v>0.40625</c:v>
                </c:pt>
                <c:pt idx="105">
                  <c:v>0.41015625</c:v>
                </c:pt>
                <c:pt idx="106">
                  <c:v>0.4140625</c:v>
                </c:pt>
                <c:pt idx="107">
                  <c:v>0.41796875</c:v>
                </c:pt>
                <c:pt idx="108">
                  <c:v>0.421875</c:v>
                </c:pt>
                <c:pt idx="109">
                  <c:v>0.42578125</c:v>
                </c:pt>
                <c:pt idx="110">
                  <c:v>0.4296875</c:v>
                </c:pt>
                <c:pt idx="111">
                  <c:v>0.43359375</c:v>
                </c:pt>
                <c:pt idx="112">
                  <c:v>0.4375</c:v>
                </c:pt>
                <c:pt idx="113">
                  <c:v>0.44140625</c:v>
                </c:pt>
                <c:pt idx="114">
                  <c:v>0.4453125</c:v>
                </c:pt>
                <c:pt idx="115">
                  <c:v>0.44921875</c:v>
                </c:pt>
                <c:pt idx="116">
                  <c:v>0.453125</c:v>
                </c:pt>
                <c:pt idx="117">
                  <c:v>0.45703125</c:v>
                </c:pt>
                <c:pt idx="118">
                  <c:v>0.4609375</c:v>
                </c:pt>
                <c:pt idx="119">
                  <c:v>0.46484375</c:v>
                </c:pt>
                <c:pt idx="120">
                  <c:v>0.46875</c:v>
                </c:pt>
                <c:pt idx="121">
                  <c:v>0.47265625</c:v>
                </c:pt>
                <c:pt idx="122">
                  <c:v>0.4765625</c:v>
                </c:pt>
                <c:pt idx="123">
                  <c:v>0.48046875</c:v>
                </c:pt>
                <c:pt idx="124">
                  <c:v>0.484375</c:v>
                </c:pt>
                <c:pt idx="125">
                  <c:v>0.48828125</c:v>
                </c:pt>
                <c:pt idx="126">
                  <c:v>0.4921875</c:v>
                </c:pt>
                <c:pt idx="127">
                  <c:v>0.49609375</c:v>
                </c:pt>
                <c:pt idx="128">
                  <c:v>0.5</c:v>
                </c:pt>
                <c:pt idx="129">
                  <c:v>0.50390625</c:v>
                </c:pt>
                <c:pt idx="130">
                  <c:v>0.5078125</c:v>
                </c:pt>
                <c:pt idx="131">
                  <c:v>0.51171875</c:v>
                </c:pt>
                <c:pt idx="132">
                  <c:v>0.515625</c:v>
                </c:pt>
                <c:pt idx="133">
                  <c:v>0.51953125</c:v>
                </c:pt>
                <c:pt idx="134">
                  <c:v>0.5234375</c:v>
                </c:pt>
                <c:pt idx="135">
                  <c:v>0.52734375</c:v>
                </c:pt>
                <c:pt idx="136">
                  <c:v>0.53125</c:v>
                </c:pt>
                <c:pt idx="137">
                  <c:v>0.53515625</c:v>
                </c:pt>
                <c:pt idx="138">
                  <c:v>0.5390625</c:v>
                </c:pt>
                <c:pt idx="139">
                  <c:v>0.54296875</c:v>
                </c:pt>
                <c:pt idx="140">
                  <c:v>0.546875</c:v>
                </c:pt>
                <c:pt idx="141">
                  <c:v>0.55078125</c:v>
                </c:pt>
                <c:pt idx="142">
                  <c:v>0.5546875</c:v>
                </c:pt>
                <c:pt idx="143">
                  <c:v>0.55859375</c:v>
                </c:pt>
                <c:pt idx="144">
                  <c:v>0.5625</c:v>
                </c:pt>
                <c:pt idx="145">
                  <c:v>0.56640625</c:v>
                </c:pt>
                <c:pt idx="146">
                  <c:v>0.5703125</c:v>
                </c:pt>
                <c:pt idx="147">
                  <c:v>0.57421875</c:v>
                </c:pt>
                <c:pt idx="148">
                  <c:v>0.578125</c:v>
                </c:pt>
                <c:pt idx="149">
                  <c:v>0.58203125</c:v>
                </c:pt>
                <c:pt idx="150">
                  <c:v>0.5859375</c:v>
                </c:pt>
                <c:pt idx="151">
                  <c:v>0.58984375</c:v>
                </c:pt>
                <c:pt idx="152">
                  <c:v>0.59375</c:v>
                </c:pt>
                <c:pt idx="153">
                  <c:v>0.59765625</c:v>
                </c:pt>
                <c:pt idx="154">
                  <c:v>0.6015625</c:v>
                </c:pt>
                <c:pt idx="155">
                  <c:v>0.60546875</c:v>
                </c:pt>
                <c:pt idx="156">
                  <c:v>0.609375</c:v>
                </c:pt>
                <c:pt idx="157">
                  <c:v>0.61328125</c:v>
                </c:pt>
                <c:pt idx="158">
                  <c:v>0.6171875</c:v>
                </c:pt>
                <c:pt idx="159">
                  <c:v>0.62109375</c:v>
                </c:pt>
                <c:pt idx="160">
                  <c:v>0.625</c:v>
                </c:pt>
                <c:pt idx="161">
                  <c:v>0.62890625</c:v>
                </c:pt>
                <c:pt idx="162">
                  <c:v>0.6328125</c:v>
                </c:pt>
                <c:pt idx="163">
                  <c:v>0.63671875</c:v>
                </c:pt>
                <c:pt idx="164">
                  <c:v>0.640625</c:v>
                </c:pt>
                <c:pt idx="165">
                  <c:v>0.64453125</c:v>
                </c:pt>
                <c:pt idx="166">
                  <c:v>0.6484375</c:v>
                </c:pt>
                <c:pt idx="167">
                  <c:v>0.65234375</c:v>
                </c:pt>
                <c:pt idx="168">
                  <c:v>0.65625</c:v>
                </c:pt>
                <c:pt idx="169">
                  <c:v>0.66015625</c:v>
                </c:pt>
                <c:pt idx="170">
                  <c:v>0.6640625</c:v>
                </c:pt>
                <c:pt idx="171">
                  <c:v>0.66796875</c:v>
                </c:pt>
                <c:pt idx="172">
                  <c:v>0.671875</c:v>
                </c:pt>
                <c:pt idx="173">
                  <c:v>0.67578125</c:v>
                </c:pt>
                <c:pt idx="174">
                  <c:v>0.6796875</c:v>
                </c:pt>
                <c:pt idx="175">
                  <c:v>0.68359375</c:v>
                </c:pt>
                <c:pt idx="176">
                  <c:v>0.6875</c:v>
                </c:pt>
                <c:pt idx="177">
                  <c:v>0.69140625</c:v>
                </c:pt>
                <c:pt idx="178">
                  <c:v>0.6953125</c:v>
                </c:pt>
                <c:pt idx="179">
                  <c:v>0.69921875</c:v>
                </c:pt>
                <c:pt idx="180">
                  <c:v>0.703125</c:v>
                </c:pt>
                <c:pt idx="181">
                  <c:v>0.70703125</c:v>
                </c:pt>
                <c:pt idx="182">
                  <c:v>0.7109375</c:v>
                </c:pt>
                <c:pt idx="183">
                  <c:v>0.71484375</c:v>
                </c:pt>
                <c:pt idx="184">
                  <c:v>0.71875</c:v>
                </c:pt>
                <c:pt idx="185">
                  <c:v>0.72265625</c:v>
                </c:pt>
                <c:pt idx="186">
                  <c:v>0.7265625</c:v>
                </c:pt>
                <c:pt idx="187">
                  <c:v>0.73046875</c:v>
                </c:pt>
                <c:pt idx="188">
                  <c:v>0.734375</c:v>
                </c:pt>
                <c:pt idx="189">
                  <c:v>0.73828125</c:v>
                </c:pt>
                <c:pt idx="190">
                  <c:v>0.7421875</c:v>
                </c:pt>
                <c:pt idx="191">
                  <c:v>0.74609375</c:v>
                </c:pt>
                <c:pt idx="192">
                  <c:v>0.75</c:v>
                </c:pt>
                <c:pt idx="193">
                  <c:v>0.75390625</c:v>
                </c:pt>
                <c:pt idx="194">
                  <c:v>0.7578125</c:v>
                </c:pt>
                <c:pt idx="195">
                  <c:v>0.76171875</c:v>
                </c:pt>
                <c:pt idx="196">
                  <c:v>0.765625</c:v>
                </c:pt>
                <c:pt idx="197">
                  <c:v>0.76953125</c:v>
                </c:pt>
                <c:pt idx="198">
                  <c:v>0.7734375</c:v>
                </c:pt>
                <c:pt idx="199">
                  <c:v>0.77734375</c:v>
                </c:pt>
                <c:pt idx="200">
                  <c:v>0.78125</c:v>
                </c:pt>
                <c:pt idx="201">
                  <c:v>0.78515625</c:v>
                </c:pt>
                <c:pt idx="202">
                  <c:v>0.7890625</c:v>
                </c:pt>
                <c:pt idx="203">
                  <c:v>0.79296875</c:v>
                </c:pt>
                <c:pt idx="204">
                  <c:v>0.796875</c:v>
                </c:pt>
                <c:pt idx="205">
                  <c:v>0.80078125</c:v>
                </c:pt>
                <c:pt idx="206">
                  <c:v>0.8046875</c:v>
                </c:pt>
                <c:pt idx="207">
                  <c:v>0.80859375</c:v>
                </c:pt>
                <c:pt idx="208">
                  <c:v>0.8125</c:v>
                </c:pt>
                <c:pt idx="209">
                  <c:v>0.81640625</c:v>
                </c:pt>
                <c:pt idx="210">
                  <c:v>0.8203125</c:v>
                </c:pt>
                <c:pt idx="211">
                  <c:v>0.82421875</c:v>
                </c:pt>
                <c:pt idx="212">
                  <c:v>0.828125</c:v>
                </c:pt>
                <c:pt idx="213">
                  <c:v>0.83203125</c:v>
                </c:pt>
                <c:pt idx="214">
                  <c:v>0.8359375</c:v>
                </c:pt>
                <c:pt idx="215">
                  <c:v>0.83984375</c:v>
                </c:pt>
                <c:pt idx="216">
                  <c:v>0.84375</c:v>
                </c:pt>
                <c:pt idx="217">
                  <c:v>0.84765625</c:v>
                </c:pt>
                <c:pt idx="218">
                  <c:v>0.8515625</c:v>
                </c:pt>
                <c:pt idx="219">
                  <c:v>0.85546875</c:v>
                </c:pt>
                <c:pt idx="220">
                  <c:v>0.859375</c:v>
                </c:pt>
                <c:pt idx="221">
                  <c:v>0.86328125</c:v>
                </c:pt>
                <c:pt idx="222">
                  <c:v>0.8671875</c:v>
                </c:pt>
                <c:pt idx="223">
                  <c:v>0.87109375</c:v>
                </c:pt>
                <c:pt idx="224">
                  <c:v>0.875</c:v>
                </c:pt>
                <c:pt idx="225">
                  <c:v>0.87890625</c:v>
                </c:pt>
                <c:pt idx="226">
                  <c:v>0.8828125</c:v>
                </c:pt>
                <c:pt idx="227">
                  <c:v>0.88671875</c:v>
                </c:pt>
                <c:pt idx="228">
                  <c:v>0.890625</c:v>
                </c:pt>
                <c:pt idx="229">
                  <c:v>0.89453125</c:v>
                </c:pt>
                <c:pt idx="230">
                  <c:v>0.8984375</c:v>
                </c:pt>
                <c:pt idx="231">
                  <c:v>0.90234375</c:v>
                </c:pt>
                <c:pt idx="232">
                  <c:v>0.90625</c:v>
                </c:pt>
                <c:pt idx="233">
                  <c:v>0.91015625</c:v>
                </c:pt>
                <c:pt idx="234">
                  <c:v>0.9140625</c:v>
                </c:pt>
                <c:pt idx="235">
                  <c:v>0.91796875</c:v>
                </c:pt>
                <c:pt idx="236">
                  <c:v>0.921875</c:v>
                </c:pt>
                <c:pt idx="237">
                  <c:v>0.92578125</c:v>
                </c:pt>
                <c:pt idx="238">
                  <c:v>0.9296875</c:v>
                </c:pt>
                <c:pt idx="239">
                  <c:v>0.93359375</c:v>
                </c:pt>
                <c:pt idx="240">
                  <c:v>0.9375</c:v>
                </c:pt>
                <c:pt idx="241">
                  <c:v>0.94140625</c:v>
                </c:pt>
                <c:pt idx="242">
                  <c:v>0.9453125</c:v>
                </c:pt>
                <c:pt idx="243">
                  <c:v>0.94921875</c:v>
                </c:pt>
                <c:pt idx="244">
                  <c:v>0.953125</c:v>
                </c:pt>
                <c:pt idx="245">
                  <c:v>0.95703125</c:v>
                </c:pt>
                <c:pt idx="246">
                  <c:v>0.9609375</c:v>
                </c:pt>
                <c:pt idx="247">
                  <c:v>0.96484375</c:v>
                </c:pt>
                <c:pt idx="248">
                  <c:v>0.96875</c:v>
                </c:pt>
                <c:pt idx="249">
                  <c:v>0.97265625</c:v>
                </c:pt>
                <c:pt idx="250">
                  <c:v>0.9765625</c:v>
                </c:pt>
                <c:pt idx="251">
                  <c:v>0.98046875</c:v>
                </c:pt>
                <c:pt idx="252">
                  <c:v>0.984375</c:v>
                </c:pt>
                <c:pt idx="253">
                  <c:v>0.98828125</c:v>
                </c:pt>
                <c:pt idx="254">
                  <c:v>0.9921875</c:v>
                </c:pt>
                <c:pt idx="255">
                  <c:v>0.99609375</c:v>
                </c:pt>
                <c:pt idx="256">
                  <c:v>1.0</c:v>
                </c:pt>
                <c:pt idx="257">
                  <c:v>1.00390625</c:v>
                </c:pt>
                <c:pt idx="258">
                  <c:v>1.0078125</c:v>
                </c:pt>
                <c:pt idx="259">
                  <c:v>1.01171875</c:v>
                </c:pt>
                <c:pt idx="260">
                  <c:v>1.015625</c:v>
                </c:pt>
                <c:pt idx="261">
                  <c:v>1.01953125</c:v>
                </c:pt>
                <c:pt idx="262">
                  <c:v>1.0234375</c:v>
                </c:pt>
                <c:pt idx="263">
                  <c:v>1.02734375</c:v>
                </c:pt>
                <c:pt idx="264">
                  <c:v>1.03125</c:v>
                </c:pt>
                <c:pt idx="265">
                  <c:v>1.03515625</c:v>
                </c:pt>
                <c:pt idx="266">
                  <c:v>1.0390625</c:v>
                </c:pt>
                <c:pt idx="267">
                  <c:v>1.04296875</c:v>
                </c:pt>
                <c:pt idx="268">
                  <c:v>1.046875</c:v>
                </c:pt>
                <c:pt idx="269">
                  <c:v>1.05078125</c:v>
                </c:pt>
                <c:pt idx="270">
                  <c:v>1.0546875</c:v>
                </c:pt>
                <c:pt idx="271">
                  <c:v>1.05859375</c:v>
                </c:pt>
                <c:pt idx="272">
                  <c:v>1.0625</c:v>
                </c:pt>
                <c:pt idx="273">
                  <c:v>1.06640625</c:v>
                </c:pt>
                <c:pt idx="274">
                  <c:v>1.0703125</c:v>
                </c:pt>
                <c:pt idx="275">
                  <c:v>1.07421875</c:v>
                </c:pt>
                <c:pt idx="276">
                  <c:v>1.078125</c:v>
                </c:pt>
                <c:pt idx="277">
                  <c:v>1.08203125</c:v>
                </c:pt>
                <c:pt idx="278">
                  <c:v>1.0859375</c:v>
                </c:pt>
                <c:pt idx="279">
                  <c:v>1.08984375</c:v>
                </c:pt>
                <c:pt idx="280">
                  <c:v>1.09375</c:v>
                </c:pt>
                <c:pt idx="281">
                  <c:v>1.09765625</c:v>
                </c:pt>
                <c:pt idx="282">
                  <c:v>1.1015625</c:v>
                </c:pt>
                <c:pt idx="283">
                  <c:v>1.10546875</c:v>
                </c:pt>
                <c:pt idx="284">
                  <c:v>1.109375</c:v>
                </c:pt>
                <c:pt idx="285">
                  <c:v>1.11328125</c:v>
                </c:pt>
                <c:pt idx="286">
                  <c:v>1.1171875</c:v>
                </c:pt>
                <c:pt idx="287">
                  <c:v>1.12109375</c:v>
                </c:pt>
                <c:pt idx="288">
                  <c:v>1.125</c:v>
                </c:pt>
                <c:pt idx="289">
                  <c:v>1.12890625</c:v>
                </c:pt>
                <c:pt idx="290">
                  <c:v>1.1328125</c:v>
                </c:pt>
                <c:pt idx="291">
                  <c:v>1.13671875</c:v>
                </c:pt>
                <c:pt idx="292">
                  <c:v>1.140625</c:v>
                </c:pt>
                <c:pt idx="293">
                  <c:v>1.14453125</c:v>
                </c:pt>
                <c:pt idx="294">
                  <c:v>1.1484375</c:v>
                </c:pt>
                <c:pt idx="295">
                  <c:v>1.15234375</c:v>
                </c:pt>
                <c:pt idx="296">
                  <c:v>1.15625</c:v>
                </c:pt>
                <c:pt idx="297">
                  <c:v>1.16015625</c:v>
                </c:pt>
                <c:pt idx="298">
                  <c:v>1.1640625</c:v>
                </c:pt>
                <c:pt idx="299">
                  <c:v>1.16796875</c:v>
                </c:pt>
                <c:pt idx="300">
                  <c:v>1.171875</c:v>
                </c:pt>
                <c:pt idx="301">
                  <c:v>1.17578125</c:v>
                </c:pt>
                <c:pt idx="302">
                  <c:v>1.1796875</c:v>
                </c:pt>
                <c:pt idx="303">
                  <c:v>1.18359375</c:v>
                </c:pt>
                <c:pt idx="304">
                  <c:v>1.1875</c:v>
                </c:pt>
                <c:pt idx="305">
                  <c:v>1.19140625</c:v>
                </c:pt>
                <c:pt idx="306">
                  <c:v>1.1953125</c:v>
                </c:pt>
                <c:pt idx="307">
                  <c:v>1.19921875</c:v>
                </c:pt>
                <c:pt idx="308">
                  <c:v>1.203125</c:v>
                </c:pt>
                <c:pt idx="309">
                  <c:v>1.20703125</c:v>
                </c:pt>
                <c:pt idx="310">
                  <c:v>1.2109375</c:v>
                </c:pt>
                <c:pt idx="311">
                  <c:v>1.21484375</c:v>
                </c:pt>
                <c:pt idx="312">
                  <c:v>1.21875</c:v>
                </c:pt>
                <c:pt idx="313">
                  <c:v>1.22265625</c:v>
                </c:pt>
                <c:pt idx="314">
                  <c:v>1.2265625</c:v>
                </c:pt>
                <c:pt idx="315">
                  <c:v>1.23046875</c:v>
                </c:pt>
                <c:pt idx="316">
                  <c:v>1.234375</c:v>
                </c:pt>
                <c:pt idx="317">
                  <c:v>1.23828125</c:v>
                </c:pt>
                <c:pt idx="318">
                  <c:v>1.2421875</c:v>
                </c:pt>
                <c:pt idx="319">
                  <c:v>1.24609375</c:v>
                </c:pt>
                <c:pt idx="320">
                  <c:v>1.25</c:v>
                </c:pt>
                <c:pt idx="321">
                  <c:v>1.25390625</c:v>
                </c:pt>
                <c:pt idx="322">
                  <c:v>1.2578125</c:v>
                </c:pt>
                <c:pt idx="323">
                  <c:v>1.26171875</c:v>
                </c:pt>
                <c:pt idx="324">
                  <c:v>1.265625</c:v>
                </c:pt>
                <c:pt idx="325">
                  <c:v>1.26953125</c:v>
                </c:pt>
                <c:pt idx="326">
                  <c:v>1.2734375</c:v>
                </c:pt>
                <c:pt idx="327">
                  <c:v>1.27734375</c:v>
                </c:pt>
                <c:pt idx="328">
                  <c:v>1.28125</c:v>
                </c:pt>
                <c:pt idx="329">
                  <c:v>1.28515625</c:v>
                </c:pt>
                <c:pt idx="330">
                  <c:v>1.2890625</c:v>
                </c:pt>
                <c:pt idx="331">
                  <c:v>1.29296875</c:v>
                </c:pt>
                <c:pt idx="332">
                  <c:v>1.296875</c:v>
                </c:pt>
                <c:pt idx="333">
                  <c:v>1.30078125</c:v>
                </c:pt>
                <c:pt idx="334">
                  <c:v>1.3046875</c:v>
                </c:pt>
                <c:pt idx="335">
                  <c:v>1.30859375</c:v>
                </c:pt>
                <c:pt idx="336">
                  <c:v>1.3125</c:v>
                </c:pt>
                <c:pt idx="337">
                  <c:v>1.31640625</c:v>
                </c:pt>
                <c:pt idx="338">
                  <c:v>1.3203125</c:v>
                </c:pt>
                <c:pt idx="339">
                  <c:v>1.32421875</c:v>
                </c:pt>
                <c:pt idx="340">
                  <c:v>1.328125</c:v>
                </c:pt>
                <c:pt idx="341">
                  <c:v>1.33203125</c:v>
                </c:pt>
                <c:pt idx="342">
                  <c:v>1.3359375</c:v>
                </c:pt>
                <c:pt idx="343">
                  <c:v>1.33984375</c:v>
                </c:pt>
                <c:pt idx="344">
                  <c:v>1.34375</c:v>
                </c:pt>
                <c:pt idx="345">
                  <c:v>1.34765625</c:v>
                </c:pt>
                <c:pt idx="346">
                  <c:v>1.3515625</c:v>
                </c:pt>
                <c:pt idx="347">
                  <c:v>1.35546875</c:v>
                </c:pt>
                <c:pt idx="348">
                  <c:v>1.359375</c:v>
                </c:pt>
                <c:pt idx="349">
                  <c:v>1.36328125</c:v>
                </c:pt>
                <c:pt idx="350">
                  <c:v>1.3671875</c:v>
                </c:pt>
                <c:pt idx="351">
                  <c:v>1.37109375</c:v>
                </c:pt>
                <c:pt idx="352">
                  <c:v>1.375</c:v>
                </c:pt>
                <c:pt idx="353">
                  <c:v>1.37890625</c:v>
                </c:pt>
                <c:pt idx="354">
                  <c:v>1.3828125</c:v>
                </c:pt>
                <c:pt idx="355">
                  <c:v>1.38671875</c:v>
                </c:pt>
                <c:pt idx="356">
                  <c:v>1.390625</c:v>
                </c:pt>
                <c:pt idx="357">
                  <c:v>1.39453125</c:v>
                </c:pt>
                <c:pt idx="358">
                  <c:v>1.3984375</c:v>
                </c:pt>
                <c:pt idx="359">
                  <c:v>1.40234375</c:v>
                </c:pt>
                <c:pt idx="360">
                  <c:v>1.40625</c:v>
                </c:pt>
                <c:pt idx="361">
                  <c:v>1.41015625</c:v>
                </c:pt>
                <c:pt idx="362">
                  <c:v>1.4140625</c:v>
                </c:pt>
                <c:pt idx="363">
                  <c:v>1.41796875</c:v>
                </c:pt>
                <c:pt idx="364">
                  <c:v>1.421875</c:v>
                </c:pt>
                <c:pt idx="365">
                  <c:v>1.42578125</c:v>
                </c:pt>
                <c:pt idx="366">
                  <c:v>1.4296875</c:v>
                </c:pt>
                <c:pt idx="367">
                  <c:v>1.43359375</c:v>
                </c:pt>
                <c:pt idx="368">
                  <c:v>1.4375</c:v>
                </c:pt>
                <c:pt idx="369">
                  <c:v>1.44140625</c:v>
                </c:pt>
                <c:pt idx="370">
                  <c:v>1.4453125</c:v>
                </c:pt>
                <c:pt idx="371">
                  <c:v>1.44921875</c:v>
                </c:pt>
                <c:pt idx="372">
                  <c:v>1.453125</c:v>
                </c:pt>
                <c:pt idx="373">
                  <c:v>1.45703125</c:v>
                </c:pt>
                <c:pt idx="374">
                  <c:v>1.4609375</c:v>
                </c:pt>
                <c:pt idx="375">
                  <c:v>1.46484375</c:v>
                </c:pt>
                <c:pt idx="376">
                  <c:v>1.46875</c:v>
                </c:pt>
                <c:pt idx="377">
                  <c:v>1.47265625</c:v>
                </c:pt>
                <c:pt idx="378">
                  <c:v>1.4765625</c:v>
                </c:pt>
                <c:pt idx="379">
                  <c:v>1.48046875</c:v>
                </c:pt>
                <c:pt idx="380">
                  <c:v>1.484375</c:v>
                </c:pt>
                <c:pt idx="381">
                  <c:v>1.48828125</c:v>
                </c:pt>
                <c:pt idx="382">
                  <c:v>1.4921875</c:v>
                </c:pt>
                <c:pt idx="383">
                  <c:v>1.49609375</c:v>
                </c:pt>
                <c:pt idx="384">
                  <c:v>1.5</c:v>
                </c:pt>
                <c:pt idx="385">
                  <c:v>1.50390625</c:v>
                </c:pt>
                <c:pt idx="386">
                  <c:v>1.5078125</c:v>
                </c:pt>
                <c:pt idx="387">
                  <c:v>1.51171875</c:v>
                </c:pt>
                <c:pt idx="388">
                  <c:v>1.515625</c:v>
                </c:pt>
                <c:pt idx="389">
                  <c:v>1.51953125</c:v>
                </c:pt>
                <c:pt idx="390">
                  <c:v>1.5234375</c:v>
                </c:pt>
                <c:pt idx="391">
                  <c:v>1.52734375</c:v>
                </c:pt>
                <c:pt idx="392">
                  <c:v>1.53125</c:v>
                </c:pt>
                <c:pt idx="393">
                  <c:v>1.53515625</c:v>
                </c:pt>
                <c:pt idx="394">
                  <c:v>1.5390625</c:v>
                </c:pt>
                <c:pt idx="395">
                  <c:v>1.54296875</c:v>
                </c:pt>
                <c:pt idx="396">
                  <c:v>1.546875</c:v>
                </c:pt>
                <c:pt idx="397">
                  <c:v>1.55078125</c:v>
                </c:pt>
                <c:pt idx="398">
                  <c:v>1.5546875</c:v>
                </c:pt>
                <c:pt idx="399">
                  <c:v>1.55859375</c:v>
                </c:pt>
                <c:pt idx="400">
                  <c:v>1.5625</c:v>
                </c:pt>
                <c:pt idx="401">
                  <c:v>1.56640625</c:v>
                </c:pt>
                <c:pt idx="402">
                  <c:v>1.5703125</c:v>
                </c:pt>
                <c:pt idx="403">
                  <c:v>1.57421875</c:v>
                </c:pt>
                <c:pt idx="404">
                  <c:v>1.578125</c:v>
                </c:pt>
                <c:pt idx="405">
                  <c:v>1.58203125</c:v>
                </c:pt>
                <c:pt idx="406">
                  <c:v>1.5859375</c:v>
                </c:pt>
                <c:pt idx="407">
                  <c:v>1.58984375</c:v>
                </c:pt>
                <c:pt idx="408">
                  <c:v>1.59375</c:v>
                </c:pt>
                <c:pt idx="409">
                  <c:v>1.59765625</c:v>
                </c:pt>
                <c:pt idx="410">
                  <c:v>1.6015625</c:v>
                </c:pt>
                <c:pt idx="411">
                  <c:v>1.60546875</c:v>
                </c:pt>
                <c:pt idx="412">
                  <c:v>1.609375</c:v>
                </c:pt>
                <c:pt idx="413">
                  <c:v>1.61328125</c:v>
                </c:pt>
                <c:pt idx="414">
                  <c:v>1.6171875</c:v>
                </c:pt>
                <c:pt idx="415">
                  <c:v>1.62109375</c:v>
                </c:pt>
                <c:pt idx="416">
                  <c:v>1.625</c:v>
                </c:pt>
                <c:pt idx="417">
                  <c:v>1.62890625</c:v>
                </c:pt>
                <c:pt idx="418">
                  <c:v>1.6328125</c:v>
                </c:pt>
                <c:pt idx="419">
                  <c:v>1.63671875</c:v>
                </c:pt>
                <c:pt idx="420">
                  <c:v>1.640625</c:v>
                </c:pt>
                <c:pt idx="421">
                  <c:v>1.64453125</c:v>
                </c:pt>
                <c:pt idx="422">
                  <c:v>1.6484375</c:v>
                </c:pt>
                <c:pt idx="423">
                  <c:v>1.65234375</c:v>
                </c:pt>
                <c:pt idx="424">
                  <c:v>1.65625</c:v>
                </c:pt>
                <c:pt idx="425">
                  <c:v>1.66015625</c:v>
                </c:pt>
                <c:pt idx="426">
                  <c:v>1.6640625</c:v>
                </c:pt>
                <c:pt idx="427">
                  <c:v>1.66796875</c:v>
                </c:pt>
                <c:pt idx="428">
                  <c:v>1.671875</c:v>
                </c:pt>
                <c:pt idx="429">
                  <c:v>1.67578125</c:v>
                </c:pt>
                <c:pt idx="430">
                  <c:v>1.6796875</c:v>
                </c:pt>
                <c:pt idx="431">
                  <c:v>1.68359375</c:v>
                </c:pt>
                <c:pt idx="432">
                  <c:v>1.6875</c:v>
                </c:pt>
                <c:pt idx="433">
                  <c:v>1.69140625</c:v>
                </c:pt>
                <c:pt idx="434">
                  <c:v>1.6953125</c:v>
                </c:pt>
                <c:pt idx="435">
                  <c:v>1.69921875</c:v>
                </c:pt>
                <c:pt idx="436">
                  <c:v>1.703125</c:v>
                </c:pt>
                <c:pt idx="437">
                  <c:v>1.70703125</c:v>
                </c:pt>
                <c:pt idx="438">
                  <c:v>1.7109375</c:v>
                </c:pt>
                <c:pt idx="439">
                  <c:v>1.71484375</c:v>
                </c:pt>
                <c:pt idx="440">
                  <c:v>1.71875</c:v>
                </c:pt>
                <c:pt idx="441">
                  <c:v>1.72265625</c:v>
                </c:pt>
                <c:pt idx="442">
                  <c:v>1.7265625</c:v>
                </c:pt>
                <c:pt idx="443">
                  <c:v>1.73046875</c:v>
                </c:pt>
                <c:pt idx="444">
                  <c:v>1.734375</c:v>
                </c:pt>
                <c:pt idx="445">
                  <c:v>1.73828125</c:v>
                </c:pt>
                <c:pt idx="446">
                  <c:v>1.7421875</c:v>
                </c:pt>
                <c:pt idx="447">
                  <c:v>1.74609375</c:v>
                </c:pt>
                <c:pt idx="448">
                  <c:v>1.75</c:v>
                </c:pt>
                <c:pt idx="449">
                  <c:v>1.75390625</c:v>
                </c:pt>
                <c:pt idx="450">
                  <c:v>1.7578125</c:v>
                </c:pt>
                <c:pt idx="451">
                  <c:v>1.76171875</c:v>
                </c:pt>
                <c:pt idx="452">
                  <c:v>1.765625</c:v>
                </c:pt>
                <c:pt idx="453">
                  <c:v>1.76953125</c:v>
                </c:pt>
                <c:pt idx="454">
                  <c:v>1.7734375</c:v>
                </c:pt>
                <c:pt idx="455">
                  <c:v>1.77734375</c:v>
                </c:pt>
                <c:pt idx="456">
                  <c:v>1.78125</c:v>
                </c:pt>
                <c:pt idx="457">
                  <c:v>1.78515625</c:v>
                </c:pt>
                <c:pt idx="458">
                  <c:v>1.7890625</c:v>
                </c:pt>
                <c:pt idx="459">
                  <c:v>1.79296875</c:v>
                </c:pt>
                <c:pt idx="460">
                  <c:v>1.796875</c:v>
                </c:pt>
                <c:pt idx="461">
                  <c:v>1.80078125</c:v>
                </c:pt>
                <c:pt idx="462">
                  <c:v>1.8046875</c:v>
                </c:pt>
                <c:pt idx="463">
                  <c:v>1.80859375</c:v>
                </c:pt>
                <c:pt idx="464">
                  <c:v>1.8125</c:v>
                </c:pt>
                <c:pt idx="465">
                  <c:v>1.81640625</c:v>
                </c:pt>
                <c:pt idx="466">
                  <c:v>1.8203125</c:v>
                </c:pt>
                <c:pt idx="467">
                  <c:v>1.82421875</c:v>
                </c:pt>
                <c:pt idx="468">
                  <c:v>1.828125</c:v>
                </c:pt>
                <c:pt idx="469">
                  <c:v>1.83203125</c:v>
                </c:pt>
                <c:pt idx="470">
                  <c:v>1.8359375</c:v>
                </c:pt>
                <c:pt idx="471">
                  <c:v>1.83984375</c:v>
                </c:pt>
                <c:pt idx="472">
                  <c:v>1.84375</c:v>
                </c:pt>
                <c:pt idx="473">
                  <c:v>1.84765625</c:v>
                </c:pt>
                <c:pt idx="474">
                  <c:v>1.8515625</c:v>
                </c:pt>
                <c:pt idx="475">
                  <c:v>1.85546875</c:v>
                </c:pt>
                <c:pt idx="476">
                  <c:v>1.859375</c:v>
                </c:pt>
                <c:pt idx="477">
                  <c:v>1.86328125</c:v>
                </c:pt>
                <c:pt idx="478">
                  <c:v>1.8671875</c:v>
                </c:pt>
                <c:pt idx="479">
                  <c:v>1.87109375</c:v>
                </c:pt>
                <c:pt idx="480">
                  <c:v>1.875</c:v>
                </c:pt>
                <c:pt idx="481">
                  <c:v>1.87890625</c:v>
                </c:pt>
                <c:pt idx="482">
                  <c:v>1.8828125</c:v>
                </c:pt>
                <c:pt idx="483">
                  <c:v>1.88671875</c:v>
                </c:pt>
                <c:pt idx="484">
                  <c:v>1.890625</c:v>
                </c:pt>
                <c:pt idx="485">
                  <c:v>1.89453125</c:v>
                </c:pt>
                <c:pt idx="486">
                  <c:v>1.8984375</c:v>
                </c:pt>
                <c:pt idx="487">
                  <c:v>1.90234375</c:v>
                </c:pt>
                <c:pt idx="488">
                  <c:v>1.90625</c:v>
                </c:pt>
                <c:pt idx="489">
                  <c:v>1.91015625</c:v>
                </c:pt>
                <c:pt idx="490">
                  <c:v>1.9140625</c:v>
                </c:pt>
                <c:pt idx="491">
                  <c:v>1.91796875</c:v>
                </c:pt>
                <c:pt idx="492">
                  <c:v>1.921875</c:v>
                </c:pt>
                <c:pt idx="493">
                  <c:v>1.92578125</c:v>
                </c:pt>
                <c:pt idx="494">
                  <c:v>1.9296875</c:v>
                </c:pt>
                <c:pt idx="495">
                  <c:v>1.93359375</c:v>
                </c:pt>
                <c:pt idx="496">
                  <c:v>1.9375</c:v>
                </c:pt>
                <c:pt idx="497">
                  <c:v>1.94140625</c:v>
                </c:pt>
                <c:pt idx="498">
                  <c:v>1.9453125</c:v>
                </c:pt>
                <c:pt idx="499">
                  <c:v>1.94921875</c:v>
                </c:pt>
                <c:pt idx="500">
                  <c:v>1.953125</c:v>
                </c:pt>
                <c:pt idx="501">
                  <c:v>1.95703125</c:v>
                </c:pt>
                <c:pt idx="502">
                  <c:v>1.9609375</c:v>
                </c:pt>
                <c:pt idx="503">
                  <c:v>1.96484375</c:v>
                </c:pt>
                <c:pt idx="504">
                  <c:v>1.96875</c:v>
                </c:pt>
                <c:pt idx="505">
                  <c:v>1.97265625</c:v>
                </c:pt>
                <c:pt idx="506">
                  <c:v>1.9765625</c:v>
                </c:pt>
                <c:pt idx="507">
                  <c:v>1.98046875</c:v>
                </c:pt>
                <c:pt idx="508">
                  <c:v>1.984375</c:v>
                </c:pt>
                <c:pt idx="509">
                  <c:v>1.98828125</c:v>
                </c:pt>
                <c:pt idx="510">
                  <c:v>1.9921875</c:v>
                </c:pt>
                <c:pt idx="511">
                  <c:v>1.99609375</c:v>
                </c:pt>
              </c:numCache>
            </c:numRef>
          </c:xVal>
          <c:yVal>
            <c:numRef>
              <c:f>Sheet1!$B$2:$B$513</c:f>
              <c:numCache>
                <c:formatCode>General</c:formatCode>
                <c:ptCount val="512"/>
                <c:pt idx="0">
                  <c:v>-1.516831736046216</c:v>
                </c:pt>
                <c:pt idx="1">
                  <c:v>-1.0915692121415512</c:v>
                </c:pt>
                <c:pt idx="2">
                  <c:v>-2.1158089964159976</c:v>
                </c:pt>
                <c:pt idx="3">
                  <c:v>-1.9490236505346246</c:v>
                </c:pt>
                <c:pt idx="4">
                  <c:v>-1.0777572321787643</c:v>
                </c:pt>
                <c:pt idx="5">
                  <c:v>-1.2213251239647969</c:v>
                </c:pt>
                <c:pt idx="6">
                  <c:v>-1.7468124239714395</c:v>
                </c:pt>
                <c:pt idx="7">
                  <c:v>-2.3060632314876983</c:v>
                </c:pt>
                <c:pt idx="8">
                  <c:v>-1.6074112766686945</c:v>
                </c:pt>
                <c:pt idx="9">
                  <c:v>-1.1441612387601987</c:v>
                </c:pt>
                <c:pt idx="10">
                  <c:v>-2.1643332924674703</c:v>
                </c:pt>
                <c:pt idx="11">
                  <c:v>-1.523818163248029</c:v>
                </c:pt>
                <c:pt idx="12">
                  <c:v>-1.3842792672731037</c:v>
                </c:pt>
                <c:pt idx="13">
                  <c:v>-0.3686009792077591</c:v>
                </c:pt>
                <c:pt idx="14">
                  <c:v>-0.347068935112547</c:v>
                </c:pt>
                <c:pt idx="15">
                  <c:v>0.5634771574234426</c:v>
                </c:pt>
                <c:pt idx="16">
                  <c:v>0.5818931014433838</c:v>
                </c:pt>
                <c:pt idx="17">
                  <c:v>1.6541184198811019</c:v>
                </c:pt>
                <c:pt idx="18">
                  <c:v>1.3931060896735883</c:v>
                </c:pt>
                <c:pt idx="19">
                  <c:v>0.7720856972884798</c:v>
                </c:pt>
                <c:pt idx="20">
                  <c:v>-0.3715502781394745</c:v>
                </c:pt>
                <c:pt idx="21">
                  <c:v>0.6853499689542484</c:v>
                </c:pt>
                <c:pt idx="22">
                  <c:v>0.7787588531164297</c:v>
                </c:pt>
                <c:pt idx="23">
                  <c:v>0.4904074624446043</c:v>
                </c:pt>
                <c:pt idx="24">
                  <c:v>-0.267065071802892</c:v>
                </c:pt>
                <c:pt idx="25">
                  <c:v>0.5431341045239957</c:v>
                </c:pt>
                <c:pt idx="26">
                  <c:v>0.3549808165588598</c:v>
                </c:pt>
                <c:pt idx="27">
                  <c:v>-0.06070980108945251</c:v>
                </c:pt>
                <c:pt idx="28">
                  <c:v>0.29639632540079486</c:v>
                </c:pt>
                <c:pt idx="29">
                  <c:v>-0.714352746304181</c:v>
                </c:pt>
                <c:pt idx="30">
                  <c:v>-0.6702090990616828</c:v>
                </c:pt>
                <c:pt idx="31">
                  <c:v>-1.0098313148064502</c:v>
                </c:pt>
                <c:pt idx="32">
                  <c:v>-2.3654587637571995</c:v>
                </c:pt>
                <c:pt idx="33">
                  <c:v>-2.254624429775017</c:v>
                </c:pt>
                <c:pt idx="34">
                  <c:v>-1.9615958614733755</c:v>
                </c:pt>
                <c:pt idx="35">
                  <c:v>-2.0374512684086525</c:v>
                </c:pt>
                <c:pt idx="36">
                  <c:v>-2.7350990763424523</c:v>
                </c:pt>
                <c:pt idx="37">
                  <c:v>-1.814189039652757</c:v>
                </c:pt>
                <c:pt idx="38">
                  <c:v>-0.6313961688021448</c:v>
                </c:pt>
                <c:pt idx="39">
                  <c:v>-1.7212110170318962</c:v>
                </c:pt>
                <c:pt idx="40">
                  <c:v>-0.8381180665122356</c:v>
                </c:pt>
                <c:pt idx="41">
                  <c:v>-1.1757719957512003</c:v>
                </c:pt>
                <c:pt idx="42">
                  <c:v>-1.163138546603954</c:v>
                </c:pt>
                <c:pt idx="43">
                  <c:v>0.2200345938691325</c:v>
                </c:pt>
                <c:pt idx="44">
                  <c:v>-0.48468647124217096</c:v>
                </c:pt>
                <c:pt idx="45">
                  <c:v>-1.2906798467792993</c:v>
                </c:pt>
                <c:pt idx="46">
                  <c:v>-0.07502986065275724</c:v>
                </c:pt>
                <c:pt idx="47">
                  <c:v>0.8580441177850191</c:v>
                </c:pt>
                <c:pt idx="48">
                  <c:v>0.7879342764538843</c:v>
                </c:pt>
                <c:pt idx="49">
                  <c:v>1.3233423095176426</c:v>
                </c:pt>
                <c:pt idx="50">
                  <c:v>1.4326583147020826</c:v>
                </c:pt>
                <c:pt idx="51">
                  <c:v>2.185412765084257</c:v>
                </c:pt>
                <c:pt idx="52">
                  <c:v>2.360323445595953</c:v>
                </c:pt>
                <c:pt idx="53">
                  <c:v>0.8428373829208329</c:v>
                </c:pt>
                <c:pt idx="54">
                  <c:v>0.9334715684136777</c:v>
                </c:pt>
                <c:pt idx="55">
                  <c:v>0.6093436206411668</c:v>
                </c:pt>
                <c:pt idx="56">
                  <c:v>0.5926657573636548</c:v>
                </c:pt>
                <c:pt idx="57">
                  <c:v>-0.5613992183416041</c:v>
                </c:pt>
                <c:pt idx="58">
                  <c:v>-0.5294317983190362</c:v>
                </c:pt>
                <c:pt idx="59">
                  <c:v>-0.12344443098425634</c:v>
                </c:pt>
                <c:pt idx="60">
                  <c:v>0.4694123902872166</c:v>
                </c:pt>
                <c:pt idx="61">
                  <c:v>0.198764301387913</c:v>
                </c:pt>
                <c:pt idx="62">
                  <c:v>-1.3204438378295476</c:v>
                </c:pt>
                <c:pt idx="63">
                  <c:v>-1.146709401435615</c:v>
                </c:pt>
                <c:pt idx="64">
                  <c:v>-0.6243829731612597</c:v>
                </c:pt>
                <c:pt idx="65">
                  <c:v>-2.420128337973046</c:v>
                </c:pt>
                <c:pt idx="66">
                  <c:v>-2.4166854354632927</c:v>
                </c:pt>
                <c:pt idx="67">
                  <c:v>-2.4020088043835823</c:v>
                </c:pt>
                <c:pt idx="68">
                  <c:v>-1.5779206031611777</c:v>
                </c:pt>
                <c:pt idx="69">
                  <c:v>-1.8115279448434887</c:v>
                </c:pt>
                <c:pt idx="70">
                  <c:v>-2.3429268857395003</c:v>
                </c:pt>
                <c:pt idx="71">
                  <c:v>-1.9793286092275322</c:v>
                </c:pt>
                <c:pt idx="72">
                  <c:v>-1.1556201876843377</c:v>
                </c:pt>
                <c:pt idx="73">
                  <c:v>0.12363652353496324</c:v>
                </c:pt>
                <c:pt idx="74">
                  <c:v>-0.7440220451809296</c:v>
                </c:pt>
                <c:pt idx="75">
                  <c:v>-0.5963257630764434</c:v>
                </c:pt>
                <c:pt idx="76">
                  <c:v>0.11859247399421777</c:v>
                </c:pt>
                <c:pt idx="77">
                  <c:v>0.1621788223445124</c:v>
                </c:pt>
                <c:pt idx="78">
                  <c:v>-0.062296939440432034</c:v>
                </c:pt>
                <c:pt idx="79">
                  <c:v>-0.592349515989867</c:v>
                </c:pt>
                <c:pt idx="80">
                  <c:v>0.32386833294711914</c:v>
                </c:pt>
                <c:pt idx="81">
                  <c:v>0.7067363241809761</c:v>
                </c:pt>
                <c:pt idx="82">
                  <c:v>1.6236520428405603</c:v>
                </c:pt>
                <c:pt idx="83">
                  <c:v>1.4189316786562358</c:v>
                </c:pt>
                <c:pt idx="84">
                  <c:v>1.4621542467079653</c:v>
                </c:pt>
                <c:pt idx="85">
                  <c:v>2.208658716980413</c:v>
                </c:pt>
                <c:pt idx="86">
                  <c:v>1.6448233398636016</c:v>
                </c:pt>
                <c:pt idx="87">
                  <c:v>1.671546762088101</c:v>
                </c:pt>
                <c:pt idx="88">
                  <c:v>0.7518619409806158</c:v>
                </c:pt>
                <c:pt idx="89">
                  <c:v>0.8617074306464411</c:v>
                </c:pt>
                <c:pt idx="90">
                  <c:v>-0.3618693834825172</c:v>
                </c:pt>
                <c:pt idx="91">
                  <c:v>-0.3408851976756861</c:v>
                </c:pt>
                <c:pt idx="92">
                  <c:v>-1.707239669866384</c:v>
                </c:pt>
                <c:pt idx="93">
                  <c:v>-1.7515296420048445</c:v>
                </c:pt>
                <c:pt idx="94">
                  <c:v>-0.8270190453557066</c:v>
                </c:pt>
                <c:pt idx="95">
                  <c:v>-1.3563885320127447</c:v>
                </c:pt>
                <c:pt idx="96">
                  <c:v>-1.1805770421038728</c:v>
                </c:pt>
                <c:pt idx="97">
                  <c:v>-0.16373107866594827</c:v>
                </c:pt>
                <c:pt idx="98">
                  <c:v>-1.4345329928000847</c:v>
                </c:pt>
                <c:pt idx="99">
                  <c:v>-1.7138924429498936</c:v>
                </c:pt>
                <c:pt idx="100">
                  <c:v>-1.9241417861969594</c:v>
                </c:pt>
                <c:pt idx="101">
                  <c:v>-1.9400583885443459</c:v>
                </c:pt>
                <c:pt idx="102">
                  <c:v>-1.994261093091057</c:v>
                </c:pt>
                <c:pt idx="103">
                  <c:v>-1.9237339306621657</c:v>
                </c:pt>
                <c:pt idx="104">
                  <c:v>-1.5859180960803052</c:v>
                </c:pt>
                <c:pt idx="105">
                  <c:v>-1.3172554070465905</c:v>
                </c:pt>
                <c:pt idx="106">
                  <c:v>-1.1801808729420113</c:v>
                </c:pt>
                <c:pt idx="107">
                  <c:v>-0.08604111771245207</c:v>
                </c:pt>
                <c:pt idx="108">
                  <c:v>0.14380097556548282</c:v>
                </c:pt>
                <c:pt idx="109">
                  <c:v>-0.18085461880831716</c:v>
                </c:pt>
                <c:pt idx="110">
                  <c:v>0.8801807207669484</c:v>
                </c:pt>
                <c:pt idx="111">
                  <c:v>0.6990082244895823</c:v>
                </c:pt>
                <c:pt idx="112">
                  <c:v>1.3091103194910176</c:v>
                </c:pt>
                <c:pt idx="113">
                  <c:v>0.6503772466859924</c:v>
                </c:pt>
                <c:pt idx="114">
                  <c:v>0.7644449674414754</c:v>
                </c:pt>
                <c:pt idx="115">
                  <c:v>0.8417999630630952</c:v>
                </c:pt>
                <c:pt idx="116">
                  <c:v>1.101452873642597</c:v>
                </c:pt>
                <c:pt idx="117">
                  <c:v>0.105147976852346</c:v>
                </c:pt>
                <c:pt idx="118">
                  <c:v>0.6838407656664767</c:v>
                </c:pt>
                <c:pt idx="119">
                  <c:v>1.7637543587297022</c:v>
                </c:pt>
                <c:pt idx="120">
                  <c:v>0.6074041944697984</c:v>
                </c:pt>
                <c:pt idx="121">
                  <c:v>1.3763133051664929</c:v>
                </c:pt>
                <c:pt idx="122">
                  <c:v>-0.29157076224475376</c:v>
                </c:pt>
                <c:pt idx="123">
                  <c:v>0.6306222934130181</c:v>
                </c:pt>
                <c:pt idx="124">
                  <c:v>-0.48122021181414565</c:v>
                </c:pt>
                <c:pt idx="125">
                  <c:v>-0.5360430422259361</c:v>
                </c:pt>
                <c:pt idx="126">
                  <c:v>-1.4382490891943651</c:v>
                </c:pt>
                <c:pt idx="127">
                  <c:v>-2.195537192788949</c:v>
                </c:pt>
                <c:pt idx="128">
                  <c:v>-0.7670363604764114</c:v>
                </c:pt>
                <c:pt idx="129">
                  <c:v>-0.8290039327423389</c:v>
                </c:pt>
                <c:pt idx="130">
                  <c:v>-1.704895249306191</c:v>
                </c:pt>
                <c:pt idx="131">
                  <c:v>-1.5719120199828056</c:v>
                </c:pt>
                <c:pt idx="132">
                  <c:v>-1.1468508049173618</c:v>
                </c:pt>
                <c:pt idx="133">
                  <c:v>-1.5953642068398228</c:v>
                </c:pt>
                <c:pt idx="134">
                  <c:v>-1.0724152654932864</c:v>
                </c:pt>
                <c:pt idx="135">
                  <c:v>-1.9021058717076564</c:v>
                </c:pt>
                <c:pt idx="136">
                  <c:v>-1.3856693980044616</c:v>
                </c:pt>
                <c:pt idx="137">
                  <c:v>-1.5803632351057164</c:v>
                </c:pt>
                <c:pt idx="138">
                  <c:v>-1.6054609084531304</c:v>
                </c:pt>
                <c:pt idx="139">
                  <c:v>-1.6551305253799375</c:v>
                </c:pt>
                <c:pt idx="140">
                  <c:v>0.27670426255414743</c:v>
                </c:pt>
                <c:pt idx="141">
                  <c:v>0.3841059454134606</c:v>
                </c:pt>
                <c:pt idx="142">
                  <c:v>1.1601200471587159</c:v>
                </c:pt>
                <c:pt idx="143">
                  <c:v>0.9209836444511005</c:v>
                </c:pt>
                <c:pt idx="144">
                  <c:v>1.08744444095076</c:v>
                </c:pt>
                <c:pt idx="145">
                  <c:v>1.63467227451754</c:v>
                </c:pt>
                <c:pt idx="146">
                  <c:v>1.3220309500744294</c:v>
                </c:pt>
                <c:pt idx="147">
                  <c:v>1.1132750393907944</c:v>
                </c:pt>
                <c:pt idx="148">
                  <c:v>0.8475185936136044</c:v>
                </c:pt>
                <c:pt idx="149">
                  <c:v>1.0500884906216705</c:v>
                </c:pt>
                <c:pt idx="150">
                  <c:v>0.43939762328097864</c:v>
                </c:pt>
                <c:pt idx="151">
                  <c:v>0.33737611475756074</c:v>
                </c:pt>
                <c:pt idx="152">
                  <c:v>1.4287125417034796</c:v>
                </c:pt>
                <c:pt idx="153">
                  <c:v>0.7207967594752267</c:v>
                </c:pt>
                <c:pt idx="154">
                  <c:v>0.5875244789914671</c:v>
                </c:pt>
                <c:pt idx="155">
                  <c:v>0.7234252905753806</c:v>
                </c:pt>
                <c:pt idx="156">
                  <c:v>0.7224205722211476</c:v>
                </c:pt>
                <c:pt idx="157">
                  <c:v>-0.7333369342436509</c:v>
                </c:pt>
                <c:pt idx="158">
                  <c:v>-0.4757077555858138</c:v>
                </c:pt>
                <c:pt idx="159">
                  <c:v>-1.4167785715026682</c:v>
                </c:pt>
                <c:pt idx="160">
                  <c:v>-2.6181100082914486</c:v>
                </c:pt>
                <c:pt idx="161">
                  <c:v>-1.5947337455772201</c:v>
                </c:pt>
                <c:pt idx="162">
                  <c:v>-1.741241359043349</c:v>
                </c:pt>
                <c:pt idx="163">
                  <c:v>-1.7517009775985386</c:v>
                </c:pt>
                <c:pt idx="164">
                  <c:v>-2.2383860338131654</c:v>
                </c:pt>
                <c:pt idx="165">
                  <c:v>-1.3581617586867214</c:v>
                </c:pt>
                <c:pt idx="166">
                  <c:v>-1.1982690623922545</c:v>
                </c:pt>
                <c:pt idx="167">
                  <c:v>-0.8003925350549049</c:v>
                </c:pt>
                <c:pt idx="168">
                  <c:v>-1.4330351080591628</c:v>
                </c:pt>
                <c:pt idx="169">
                  <c:v>-1.484608071673124</c:v>
                </c:pt>
                <c:pt idx="170">
                  <c:v>0.02021305926530237</c:v>
                </c:pt>
                <c:pt idx="171">
                  <c:v>-0.6130841825008573</c:v>
                </c:pt>
                <c:pt idx="172">
                  <c:v>-0.39963220977082103</c:v>
                </c:pt>
                <c:pt idx="173">
                  <c:v>-0.4678574717616838</c:v>
                </c:pt>
                <c:pt idx="174">
                  <c:v>-0.007212521934599675</c:v>
                </c:pt>
                <c:pt idx="175">
                  <c:v>0.6713170123692707</c:v>
                </c:pt>
                <c:pt idx="176">
                  <c:v>1.4592733653071992</c:v>
                </c:pt>
                <c:pt idx="177">
                  <c:v>1.184510136897278</c:v>
                </c:pt>
                <c:pt idx="178">
                  <c:v>1.7002107414855785</c:v>
                </c:pt>
                <c:pt idx="179">
                  <c:v>2.2023551652600286</c:v>
                </c:pt>
                <c:pt idx="180">
                  <c:v>2.5510392975935963</c:v>
                </c:pt>
                <c:pt idx="181">
                  <c:v>1.7631390489126768</c:v>
                </c:pt>
                <c:pt idx="182">
                  <c:v>1.3256376610250395</c:v>
                </c:pt>
                <c:pt idx="183">
                  <c:v>0.8770009992001102</c:v>
                </c:pt>
                <c:pt idx="184">
                  <c:v>0.22763593656041115</c:v>
                </c:pt>
                <c:pt idx="185">
                  <c:v>0.7155874384246015</c:v>
                </c:pt>
                <c:pt idx="186">
                  <c:v>0.4829324394265692</c:v>
                </c:pt>
                <c:pt idx="187">
                  <c:v>0.21960177094244765</c:v>
                </c:pt>
                <c:pt idx="188">
                  <c:v>0.6281754106152289</c:v>
                </c:pt>
                <c:pt idx="189">
                  <c:v>0.35568773252945757</c:v>
                </c:pt>
                <c:pt idx="190">
                  <c:v>-0.028951823732727533</c:v>
                </c:pt>
                <c:pt idx="191">
                  <c:v>-0.05139617676807545</c:v>
                </c:pt>
                <c:pt idx="192">
                  <c:v>-0.7962032828605918</c:v>
                </c:pt>
                <c:pt idx="193">
                  <c:v>-0.516292426124416</c:v>
                </c:pt>
                <c:pt idx="194">
                  <c:v>-2.4425393596932308</c:v>
                </c:pt>
                <c:pt idx="195">
                  <c:v>-1.6426081557613998</c:v>
                </c:pt>
                <c:pt idx="196">
                  <c:v>-1.592319899514824</c:v>
                </c:pt>
                <c:pt idx="197">
                  <c:v>-1.3985190668361067</c:v>
                </c:pt>
                <c:pt idx="198">
                  <c:v>-1.0189089490117058</c:v>
                </c:pt>
                <c:pt idx="199">
                  <c:v>-0.8131626642011885</c:v>
                </c:pt>
                <c:pt idx="200">
                  <c:v>-1.224985381823422</c:v>
                </c:pt>
                <c:pt idx="201">
                  <c:v>-0.9874253537688997</c:v>
                </c:pt>
                <c:pt idx="202">
                  <c:v>0.15165176865011146</c:v>
                </c:pt>
                <c:pt idx="203">
                  <c:v>-0.5799469004178146</c:v>
                </c:pt>
                <c:pt idx="204">
                  <c:v>0.29182076359563736</c:v>
                </c:pt>
                <c:pt idx="205">
                  <c:v>0.9328579055016568</c:v>
                </c:pt>
                <c:pt idx="206">
                  <c:v>-0.37381195260520067</c:v>
                </c:pt>
                <c:pt idx="207">
                  <c:v>-0.7001521411290946</c:v>
                </c:pt>
                <c:pt idx="208">
                  <c:v>0.7870199376295681</c:v>
                </c:pt>
                <c:pt idx="209">
                  <c:v>1.2685094271276012</c:v>
                </c:pt>
                <c:pt idx="210">
                  <c:v>1.331358029328863</c:v>
                </c:pt>
                <c:pt idx="211">
                  <c:v>1.4863257298045451</c:v>
                </c:pt>
                <c:pt idx="212">
                  <c:v>1.4305798017651925</c:v>
                </c:pt>
                <c:pt idx="213">
                  <c:v>1.5724387516182032</c:v>
                </c:pt>
                <c:pt idx="214">
                  <c:v>2.069206221438981</c:v>
                </c:pt>
                <c:pt idx="215">
                  <c:v>1.10805076176371</c:v>
                </c:pt>
                <c:pt idx="216">
                  <c:v>0.362729600776442</c:v>
                </c:pt>
                <c:pt idx="217">
                  <c:v>1.1755021195093303</c:v>
                </c:pt>
                <c:pt idx="218">
                  <c:v>0.5409003657020509</c:v>
                </c:pt>
                <c:pt idx="219">
                  <c:v>0.036261750826586864</c:v>
                </c:pt>
                <c:pt idx="220">
                  <c:v>-1.041816441198666</c:v>
                </c:pt>
                <c:pt idx="221">
                  <c:v>-0.7801640279792348</c:v>
                </c:pt>
                <c:pt idx="222">
                  <c:v>-0.787318883581068</c:v>
                </c:pt>
                <c:pt idx="223">
                  <c:v>-0.997513233331685</c:v>
                </c:pt>
                <c:pt idx="224">
                  <c:v>-0.8129478676997701</c:v>
                </c:pt>
                <c:pt idx="225">
                  <c:v>-1.172087280490409</c:v>
                </c:pt>
                <c:pt idx="226">
                  <c:v>-0.5453205846030569</c:v>
                </c:pt>
                <c:pt idx="227">
                  <c:v>-0.9249554573594033</c:v>
                </c:pt>
                <c:pt idx="228">
                  <c:v>-0.7494331150395591</c:v>
                </c:pt>
                <c:pt idx="229">
                  <c:v>-2.432324930704181</c:v>
                </c:pt>
                <c:pt idx="230">
                  <c:v>-1.1584705962238302</c:v>
                </c:pt>
                <c:pt idx="231">
                  <c:v>-1.5139953269005333</c:v>
                </c:pt>
                <c:pt idx="232">
                  <c:v>-1.550531798835225</c:v>
                </c:pt>
                <c:pt idx="233">
                  <c:v>-1.8453954889515831</c:v>
                </c:pt>
                <c:pt idx="234">
                  <c:v>-0.5634272435539103</c:v>
                </c:pt>
                <c:pt idx="235">
                  <c:v>0.6431261647178237</c:v>
                </c:pt>
                <c:pt idx="236">
                  <c:v>0.4502942781062223</c:v>
                </c:pt>
                <c:pt idx="237">
                  <c:v>0.6899968213248412</c:v>
                </c:pt>
                <c:pt idx="238">
                  <c:v>0.9926412446090641</c:v>
                </c:pt>
                <c:pt idx="239">
                  <c:v>1.9651878538093788</c:v>
                </c:pt>
                <c:pt idx="240">
                  <c:v>1.2228731303664302</c:v>
                </c:pt>
                <c:pt idx="241">
                  <c:v>-0.06539688965465895</c:v>
                </c:pt>
                <c:pt idx="242">
                  <c:v>0.7742464907110482</c:v>
                </c:pt>
                <c:pt idx="243">
                  <c:v>0.5834802563332747</c:v>
                </c:pt>
                <c:pt idx="244">
                  <c:v>0.05359032487188453</c:v>
                </c:pt>
                <c:pt idx="245">
                  <c:v>1.1277069074994341</c:v>
                </c:pt>
                <c:pt idx="246">
                  <c:v>2.1553961223157043</c:v>
                </c:pt>
                <c:pt idx="247">
                  <c:v>1.9841758821298476</c:v>
                </c:pt>
                <c:pt idx="248">
                  <c:v>1.4002650304099902</c:v>
                </c:pt>
                <c:pt idx="249">
                  <c:v>0.9348118642604277</c:v>
                </c:pt>
                <c:pt idx="250">
                  <c:v>1.3658523701809306</c:v>
                </c:pt>
                <c:pt idx="251">
                  <c:v>0.724022468213708</c:v>
                </c:pt>
                <c:pt idx="252">
                  <c:v>0.28393070761653993</c:v>
                </c:pt>
                <c:pt idx="253">
                  <c:v>-0.5475118480555974</c:v>
                </c:pt>
                <c:pt idx="254">
                  <c:v>-1.116724324040262</c:v>
                </c:pt>
                <c:pt idx="255">
                  <c:v>-0.7783382233477701</c:v>
                </c:pt>
                <c:pt idx="256">
                  <c:v>-0.7173089848887486</c:v>
                </c:pt>
                <c:pt idx="257">
                  <c:v>-1.0175373750779324</c:v>
                </c:pt>
                <c:pt idx="258">
                  <c:v>-1.7814471954984672</c:v>
                </c:pt>
                <c:pt idx="259">
                  <c:v>-0.8555848888375609</c:v>
                </c:pt>
                <c:pt idx="260">
                  <c:v>-1.019836417089932</c:v>
                </c:pt>
                <c:pt idx="261">
                  <c:v>-0.30142977471387994</c:v>
                </c:pt>
                <c:pt idx="262">
                  <c:v>-1.77598662382514</c:v>
                </c:pt>
                <c:pt idx="263">
                  <c:v>-1.357107835178969</c:v>
                </c:pt>
                <c:pt idx="264">
                  <c:v>-1.003477941125387</c:v>
                </c:pt>
                <c:pt idx="265">
                  <c:v>-1.4571821092192736</c:v>
                </c:pt>
                <c:pt idx="266">
                  <c:v>-0.1867509308700248</c:v>
                </c:pt>
                <c:pt idx="267">
                  <c:v>-0.06109934889895008</c:v>
                </c:pt>
                <c:pt idx="268">
                  <c:v>-0.13595545729331127</c:v>
                </c:pt>
                <c:pt idx="269">
                  <c:v>1.1620967869488206</c:v>
                </c:pt>
                <c:pt idx="270">
                  <c:v>1.2569596121221354</c:v>
                </c:pt>
                <c:pt idx="271">
                  <c:v>0.0996894552456884</c:v>
                </c:pt>
                <c:pt idx="272">
                  <c:v>1.8730927885146722</c:v>
                </c:pt>
                <c:pt idx="273">
                  <c:v>2.114227929349841</c:v>
                </c:pt>
                <c:pt idx="274">
                  <c:v>1.9713798009166164</c:v>
                </c:pt>
                <c:pt idx="275">
                  <c:v>0.984522238745654</c:v>
                </c:pt>
                <c:pt idx="276">
                  <c:v>1.2542109613060506</c:v>
                </c:pt>
                <c:pt idx="277">
                  <c:v>1.4634517678692143</c:v>
                </c:pt>
                <c:pt idx="278">
                  <c:v>1.9525806230928646</c:v>
                </c:pt>
                <c:pt idx="279">
                  <c:v>1.2086785803009588</c:v>
                </c:pt>
                <c:pt idx="280">
                  <c:v>1.0391447344715754</c:v>
                </c:pt>
                <c:pt idx="281">
                  <c:v>2.0676549227751897</c:v>
                </c:pt>
                <c:pt idx="282">
                  <c:v>1.1682613534152027</c:v>
                </c:pt>
                <c:pt idx="283">
                  <c:v>0.7521112490979102</c:v>
                </c:pt>
                <c:pt idx="284">
                  <c:v>-0.3732143060670327</c:v>
                </c:pt>
                <c:pt idx="285">
                  <c:v>0.981680664574504</c:v>
                </c:pt>
                <c:pt idx="286">
                  <c:v>0.4060981137797868</c:v>
                </c:pt>
                <c:pt idx="287">
                  <c:v>-0.36635858345910266</c:v>
                </c:pt>
                <c:pt idx="288">
                  <c:v>-1.1718581388411666</c:v>
                </c:pt>
                <c:pt idx="289">
                  <c:v>-1.5237401353180988</c:v>
                </c:pt>
                <c:pt idx="290">
                  <c:v>-1.2822419397233467</c:v>
                </c:pt>
                <c:pt idx="291">
                  <c:v>-1.5464563269581364</c:v>
                </c:pt>
                <c:pt idx="292">
                  <c:v>-1.6413718222098717</c:v>
                </c:pt>
                <c:pt idx="293">
                  <c:v>-1.1890049521985355</c:v>
                </c:pt>
                <c:pt idx="294">
                  <c:v>0.07337095233487467</c:v>
                </c:pt>
                <c:pt idx="295">
                  <c:v>-0.13815263664803185</c:v>
                </c:pt>
                <c:pt idx="296">
                  <c:v>-0.6135287979058351</c:v>
                </c:pt>
                <c:pt idx="297">
                  <c:v>-0.8517889483712102</c:v>
                </c:pt>
                <c:pt idx="298">
                  <c:v>-0.5210417720578818</c:v>
                </c:pt>
                <c:pt idx="299">
                  <c:v>0.680979801011578</c:v>
                </c:pt>
                <c:pt idx="300">
                  <c:v>0.04091763154215572</c:v>
                </c:pt>
                <c:pt idx="301">
                  <c:v>-0.07932884575443316</c:v>
                </c:pt>
                <c:pt idx="302">
                  <c:v>0.37755604208629645</c:v>
                </c:pt>
                <c:pt idx="303">
                  <c:v>0.7419517946585443</c:v>
                </c:pt>
                <c:pt idx="304">
                  <c:v>1.4858477141494235</c:v>
                </c:pt>
                <c:pt idx="305">
                  <c:v>2.0527502813164</c:v>
                </c:pt>
                <c:pt idx="306">
                  <c:v>1.9300082272940977</c:v>
                </c:pt>
                <c:pt idx="307">
                  <c:v>2.42740356531303</c:v>
                </c:pt>
                <c:pt idx="308">
                  <c:v>2.2584517292550848</c:v>
                </c:pt>
                <c:pt idx="309">
                  <c:v>1.8415143477294462</c:v>
                </c:pt>
                <c:pt idx="310">
                  <c:v>0.7708633771306352</c:v>
                </c:pt>
                <c:pt idx="311">
                  <c:v>1.3578744386190806</c:v>
                </c:pt>
                <c:pt idx="312">
                  <c:v>0.7971662227289524</c:v>
                </c:pt>
                <c:pt idx="313">
                  <c:v>1.0173933476226038</c:v>
                </c:pt>
                <c:pt idx="314">
                  <c:v>0.03118376000076062</c:v>
                </c:pt>
                <c:pt idx="315">
                  <c:v>0.8713864571086694</c:v>
                </c:pt>
                <c:pt idx="316">
                  <c:v>1.397974515093272</c:v>
                </c:pt>
                <c:pt idx="317">
                  <c:v>0.18940736579394066</c:v>
                </c:pt>
                <c:pt idx="318">
                  <c:v>-0.3483871707274844</c:v>
                </c:pt>
                <c:pt idx="319">
                  <c:v>-0.05576524444536489</c:v>
                </c:pt>
                <c:pt idx="320">
                  <c:v>-0.2691949868977601</c:v>
                </c:pt>
                <c:pt idx="321">
                  <c:v>-1.3234972778269927</c:v>
                </c:pt>
                <c:pt idx="322">
                  <c:v>-1.3537489072356905</c:v>
                </c:pt>
                <c:pt idx="323">
                  <c:v>-0.8042593558831987</c:v>
                </c:pt>
                <c:pt idx="324">
                  <c:v>-1.6128829535002653</c:v>
                </c:pt>
                <c:pt idx="325">
                  <c:v>-1.566387590357349</c:v>
                </c:pt>
                <c:pt idx="326">
                  <c:v>-2.019447307701707</c:v>
                </c:pt>
                <c:pt idx="327">
                  <c:v>-1.0236752000265106</c:v>
                </c:pt>
                <c:pt idx="328">
                  <c:v>-0.9582506349657411</c:v>
                </c:pt>
                <c:pt idx="329">
                  <c:v>-0.4144682926923535</c:v>
                </c:pt>
                <c:pt idx="330">
                  <c:v>0.6696882761702281</c:v>
                </c:pt>
                <c:pt idx="331">
                  <c:v>-0.22226317248555014</c:v>
                </c:pt>
                <c:pt idx="332">
                  <c:v>1.0909750989875344</c:v>
                </c:pt>
                <c:pt idx="333">
                  <c:v>1.5464649917136826</c:v>
                </c:pt>
                <c:pt idx="334">
                  <c:v>0.7866628913332617</c:v>
                </c:pt>
                <c:pt idx="335">
                  <c:v>0.8009636203700441</c:v>
                </c:pt>
                <c:pt idx="336">
                  <c:v>1.84995961924316</c:v>
                </c:pt>
                <c:pt idx="337">
                  <c:v>1.4596158775241086</c:v>
                </c:pt>
                <c:pt idx="338">
                  <c:v>1.4732050067502018</c:v>
                </c:pt>
                <c:pt idx="339">
                  <c:v>1.1565834722648147</c:v>
                </c:pt>
                <c:pt idx="340">
                  <c:v>2.131580460312027</c:v>
                </c:pt>
                <c:pt idx="341">
                  <c:v>3.212558669163938</c:v>
                </c:pt>
                <c:pt idx="342">
                  <c:v>2.8678675471321498</c:v>
                </c:pt>
                <c:pt idx="343">
                  <c:v>1.4116276944601567</c:v>
                </c:pt>
                <c:pt idx="344">
                  <c:v>1.0060109768085668</c:v>
                </c:pt>
                <c:pt idx="345">
                  <c:v>1.0080712628518584</c:v>
                </c:pt>
                <c:pt idx="346">
                  <c:v>0.9854064794068635</c:v>
                </c:pt>
                <c:pt idx="347">
                  <c:v>0.04462780544368744</c:v>
                </c:pt>
                <c:pt idx="348">
                  <c:v>-0.21811283980634066</c:v>
                </c:pt>
                <c:pt idx="349">
                  <c:v>-0.07018097478972687</c:v>
                </c:pt>
                <c:pt idx="350">
                  <c:v>-0.1935816819436243</c:v>
                </c:pt>
                <c:pt idx="351">
                  <c:v>-0.3397097420270459</c:v>
                </c:pt>
                <c:pt idx="352">
                  <c:v>-0.5327599764144707</c:v>
                </c:pt>
                <c:pt idx="353">
                  <c:v>-0.5841331430815222</c:v>
                </c:pt>
                <c:pt idx="354">
                  <c:v>-0.2073318790698543</c:v>
                </c:pt>
                <c:pt idx="355">
                  <c:v>0.033900113386462594</c:v>
                </c:pt>
                <c:pt idx="356">
                  <c:v>-1.126313528907457</c:v>
                </c:pt>
                <c:pt idx="357">
                  <c:v>-1.5142122818088448</c:v>
                </c:pt>
                <c:pt idx="358">
                  <c:v>-2.0523633184856624</c:v>
                </c:pt>
                <c:pt idx="359">
                  <c:v>-1.0365687665440773</c:v>
                </c:pt>
                <c:pt idx="360">
                  <c:v>-2.1595020918513885</c:v>
                </c:pt>
                <c:pt idx="361">
                  <c:v>-1.568169304274742</c:v>
                </c:pt>
                <c:pt idx="362">
                  <c:v>0.2852175955077392</c:v>
                </c:pt>
                <c:pt idx="363">
                  <c:v>0.8815663574346697</c:v>
                </c:pt>
                <c:pt idx="364">
                  <c:v>0.6730995761215847</c:v>
                </c:pt>
                <c:pt idx="365">
                  <c:v>0.13525560715788965</c:v>
                </c:pt>
                <c:pt idx="366">
                  <c:v>1.2056572180773453</c:v>
                </c:pt>
                <c:pt idx="367">
                  <c:v>1.3875480579360815</c:v>
                </c:pt>
                <c:pt idx="368">
                  <c:v>1.7644980783866515</c:v>
                </c:pt>
                <c:pt idx="369">
                  <c:v>2.184174679752474</c:v>
                </c:pt>
                <c:pt idx="370">
                  <c:v>1.4247122590364445</c:v>
                </c:pt>
                <c:pt idx="371">
                  <c:v>1.3581586584630587</c:v>
                </c:pt>
                <c:pt idx="372">
                  <c:v>1.2273819156565136</c:v>
                </c:pt>
                <c:pt idx="373">
                  <c:v>1.5763785666279984</c:v>
                </c:pt>
                <c:pt idx="374">
                  <c:v>1.7090563562075503</c:v>
                </c:pt>
                <c:pt idx="375">
                  <c:v>1.676051682124187</c:v>
                </c:pt>
                <c:pt idx="376">
                  <c:v>2.2094655723956214</c:v>
                </c:pt>
                <c:pt idx="377">
                  <c:v>1.0673301501661578</c:v>
                </c:pt>
                <c:pt idx="378">
                  <c:v>1.582546117829712</c:v>
                </c:pt>
                <c:pt idx="379">
                  <c:v>1.3541994888889226</c:v>
                </c:pt>
                <c:pt idx="380">
                  <c:v>0.9712680610854331</c:v>
                </c:pt>
                <c:pt idx="381">
                  <c:v>-0.5181070685145137</c:v>
                </c:pt>
                <c:pt idx="382">
                  <c:v>-0.6859416135612526</c:v>
                </c:pt>
                <c:pt idx="383">
                  <c:v>-0.9858263179082201</c:v>
                </c:pt>
                <c:pt idx="384">
                  <c:v>-0.9287184455936577</c:v>
                </c:pt>
                <c:pt idx="385">
                  <c:v>-1.057184763299528</c:v>
                </c:pt>
                <c:pt idx="386">
                  <c:v>-1.689180400263714</c:v>
                </c:pt>
                <c:pt idx="387">
                  <c:v>-1.5296732228313101</c:v>
                </c:pt>
                <c:pt idx="388">
                  <c:v>-0.15104408584505435</c:v>
                </c:pt>
                <c:pt idx="389">
                  <c:v>-0.6784975829878426</c:v>
                </c:pt>
                <c:pt idx="390">
                  <c:v>-0.9076356150988175</c:v>
                </c:pt>
                <c:pt idx="391">
                  <c:v>-0.6476642749095367</c:v>
                </c:pt>
                <c:pt idx="392">
                  <c:v>-1.5855850652344712</c:v>
                </c:pt>
                <c:pt idx="393">
                  <c:v>-1.021722595519343</c:v>
                </c:pt>
                <c:pt idx="394">
                  <c:v>-0.692784084246738</c:v>
                </c:pt>
                <c:pt idx="395">
                  <c:v>-0.3541707740396789</c:v>
                </c:pt>
                <c:pt idx="396">
                  <c:v>0.08834808371006689</c:v>
                </c:pt>
                <c:pt idx="397">
                  <c:v>1.4610226028607736</c:v>
                </c:pt>
                <c:pt idx="398">
                  <c:v>1.3619881985446787</c:v>
                </c:pt>
                <c:pt idx="399">
                  <c:v>0.9081999565204825</c:v>
                </c:pt>
                <c:pt idx="400">
                  <c:v>1.5176666235365803</c:v>
                </c:pt>
                <c:pt idx="401">
                  <c:v>2.678047773241625</c:v>
                </c:pt>
                <c:pt idx="402">
                  <c:v>2.314056147164317</c:v>
                </c:pt>
                <c:pt idx="403">
                  <c:v>0.7835760717125991</c:v>
                </c:pt>
                <c:pt idx="404">
                  <c:v>2.148553857736229</c:v>
                </c:pt>
                <c:pt idx="405">
                  <c:v>1.9770660407456648</c:v>
                </c:pt>
                <c:pt idx="406">
                  <c:v>2.1843388048765404</c:v>
                </c:pt>
                <c:pt idx="407">
                  <c:v>1.0450190341882468</c:v>
                </c:pt>
                <c:pt idx="408">
                  <c:v>1.065667871288195</c:v>
                </c:pt>
                <c:pt idx="409">
                  <c:v>1.0273885369646243</c:v>
                </c:pt>
                <c:pt idx="410">
                  <c:v>2.7119932725523905</c:v>
                </c:pt>
                <c:pt idx="411">
                  <c:v>0.9982205174780535</c:v>
                </c:pt>
                <c:pt idx="412">
                  <c:v>1.3060952840173365</c:v>
                </c:pt>
                <c:pt idx="413">
                  <c:v>0.12923320487535045</c:v>
                </c:pt>
                <c:pt idx="414">
                  <c:v>0.18835287711057802</c:v>
                </c:pt>
                <c:pt idx="415">
                  <c:v>-1.391036736102849</c:v>
                </c:pt>
                <c:pt idx="416">
                  <c:v>-1.5076118672404646</c:v>
                </c:pt>
                <c:pt idx="417">
                  <c:v>-0.9955552552252326</c:v>
                </c:pt>
                <c:pt idx="418">
                  <c:v>-1.8099207196910847</c:v>
                </c:pt>
                <c:pt idx="419">
                  <c:v>-0.8204682701534947</c:v>
                </c:pt>
                <c:pt idx="420">
                  <c:v>-1.2704122336958816</c:v>
                </c:pt>
                <c:pt idx="421">
                  <c:v>-1.5581443469555851</c:v>
                </c:pt>
                <c:pt idx="422">
                  <c:v>-0.7101099672661827</c:v>
                </c:pt>
                <c:pt idx="423">
                  <c:v>-0.4747512729131903</c:v>
                </c:pt>
                <c:pt idx="424">
                  <c:v>-0.4919921360084689</c:v>
                </c:pt>
                <c:pt idx="425">
                  <c:v>-0.7173475406490492</c:v>
                </c:pt>
                <c:pt idx="426">
                  <c:v>-0.4951320097116389</c:v>
                </c:pt>
                <c:pt idx="427">
                  <c:v>-0.06740778904562619</c:v>
                </c:pt>
                <c:pt idx="428">
                  <c:v>-0.5418497318255987</c:v>
                </c:pt>
                <c:pt idx="429">
                  <c:v>-0.585228893543702</c:v>
                </c:pt>
                <c:pt idx="430">
                  <c:v>0.6138797893859391</c:v>
                </c:pt>
                <c:pt idx="431">
                  <c:v>1.7379716992608605</c:v>
                </c:pt>
                <c:pt idx="432">
                  <c:v>0.9247963452542102</c:v>
                </c:pt>
                <c:pt idx="433">
                  <c:v>1.755681498113071</c:v>
                </c:pt>
                <c:pt idx="434">
                  <c:v>1.9060837082076014</c:v>
                </c:pt>
                <c:pt idx="435">
                  <c:v>2.179271648669524</c:v>
                </c:pt>
                <c:pt idx="436">
                  <c:v>2.8286940163301373</c:v>
                </c:pt>
                <c:pt idx="437">
                  <c:v>1.643151222664112</c:v>
                </c:pt>
                <c:pt idx="438">
                  <c:v>2.243480984833397</c:v>
                </c:pt>
                <c:pt idx="439">
                  <c:v>1.1917947722960214</c:v>
                </c:pt>
                <c:pt idx="440">
                  <c:v>1.431876447867983</c:v>
                </c:pt>
                <c:pt idx="441">
                  <c:v>0.5907424935793417</c:v>
                </c:pt>
                <c:pt idx="442">
                  <c:v>0.10971253753252413</c:v>
                </c:pt>
                <c:pt idx="443">
                  <c:v>0.9446139477677669</c:v>
                </c:pt>
                <c:pt idx="444">
                  <c:v>0.7080521211267645</c:v>
                </c:pt>
                <c:pt idx="445">
                  <c:v>0.6651553539405789</c:v>
                </c:pt>
                <c:pt idx="446">
                  <c:v>-0.038409260243180206</c:v>
                </c:pt>
                <c:pt idx="447">
                  <c:v>-0.5726157173465153</c:v>
                </c:pt>
                <c:pt idx="448">
                  <c:v>-0.2589432816733638</c:v>
                </c:pt>
                <c:pt idx="449">
                  <c:v>-0.8003648458208862</c:v>
                </c:pt>
                <c:pt idx="450">
                  <c:v>-1.0798764715373408</c:v>
                </c:pt>
                <c:pt idx="451">
                  <c:v>-2.0717349051776006</c:v>
                </c:pt>
                <c:pt idx="452">
                  <c:v>-1.4697559428611513</c:v>
                </c:pt>
                <c:pt idx="453">
                  <c:v>-2.2079187873850854</c:v>
                </c:pt>
                <c:pt idx="454">
                  <c:v>-1.2166934581035065</c:v>
                </c:pt>
                <c:pt idx="455">
                  <c:v>-1.6172292955908614</c:v>
                </c:pt>
                <c:pt idx="456">
                  <c:v>-1.1759315774665198</c:v>
                </c:pt>
                <c:pt idx="457">
                  <c:v>0.0883812827302311</c:v>
                </c:pt>
                <c:pt idx="458">
                  <c:v>0.6201093729743908</c:v>
                </c:pt>
                <c:pt idx="459">
                  <c:v>-0.4747638935561109</c:v>
                </c:pt>
                <c:pt idx="460">
                  <c:v>0.13812668730696664</c:v>
                </c:pt>
                <c:pt idx="461">
                  <c:v>0.5467394085585017</c:v>
                </c:pt>
                <c:pt idx="462">
                  <c:v>0.17973130296097406</c:v>
                </c:pt>
                <c:pt idx="463">
                  <c:v>0.7380474580329621</c:v>
                </c:pt>
                <c:pt idx="464">
                  <c:v>0.6208265412120361</c:v>
                </c:pt>
                <c:pt idx="465">
                  <c:v>1.2334843133757758</c:v>
                </c:pt>
                <c:pt idx="466">
                  <c:v>2.0098938771820127</c:v>
                </c:pt>
                <c:pt idx="467">
                  <c:v>1.4302308475363674</c:v>
                </c:pt>
                <c:pt idx="468">
                  <c:v>2.309564192412172</c:v>
                </c:pt>
                <c:pt idx="469">
                  <c:v>2.1091471068803664</c:v>
                </c:pt>
                <c:pt idx="470">
                  <c:v>1.887239776308605</c:v>
                </c:pt>
                <c:pt idx="471">
                  <c:v>1.003595058879224</c:v>
                </c:pt>
                <c:pt idx="472">
                  <c:v>2.219775969730618</c:v>
                </c:pt>
                <c:pt idx="473">
                  <c:v>1.0794633692640483</c:v>
                </c:pt>
                <c:pt idx="474">
                  <c:v>0.9496148934471358</c:v>
                </c:pt>
                <c:pt idx="475">
                  <c:v>0.10633288333650352</c:v>
                </c:pt>
                <c:pt idx="476">
                  <c:v>-0.2620180246282848</c:v>
                </c:pt>
                <c:pt idx="477">
                  <c:v>-0.20340834309143183</c:v>
                </c:pt>
                <c:pt idx="478">
                  <c:v>0.7748418675657115</c:v>
                </c:pt>
                <c:pt idx="479">
                  <c:v>-0.8165379942925128</c:v>
                </c:pt>
                <c:pt idx="480">
                  <c:v>-1.3566398969528042</c:v>
                </c:pt>
                <c:pt idx="481">
                  <c:v>-1.034448243890314</c:v>
                </c:pt>
                <c:pt idx="482">
                  <c:v>-1.0699173789254708</c:v>
                </c:pt>
                <c:pt idx="483">
                  <c:v>-0.5099036386052542</c:v>
                </c:pt>
                <c:pt idx="484">
                  <c:v>-1.0642318992848363</c:v>
                </c:pt>
                <c:pt idx="485">
                  <c:v>-2.0152763118331403</c:v>
                </c:pt>
                <c:pt idx="486">
                  <c:v>-1.9653172278839635</c:v>
                </c:pt>
                <c:pt idx="487">
                  <c:v>-1.4194705468454374</c:v>
                </c:pt>
                <c:pt idx="488">
                  <c:v>-0.708802428122867</c:v>
                </c:pt>
                <c:pt idx="489">
                  <c:v>-2.256867557203425</c:v>
                </c:pt>
                <c:pt idx="490">
                  <c:v>0.08101156248955022</c:v>
                </c:pt>
                <c:pt idx="491">
                  <c:v>0.02043031938004547</c:v>
                </c:pt>
                <c:pt idx="492">
                  <c:v>1.1468601512294037</c:v>
                </c:pt>
                <c:pt idx="493">
                  <c:v>0.3551842146663043</c:v>
                </c:pt>
                <c:pt idx="494">
                  <c:v>1.1771863822430721</c:v>
                </c:pt>
                <c:pt idx="495">
                  <c:v>0.9453878703671498</c:v>
                </c:pt>
                <c:pt idx="496">
                  <c:v>0.9657643675519839</c:v>
                </c:pt>
                <c:pt idx="497">
                  <c:v>1.7168156389015854</c:v>
                </c:pt>
                <c:pt idx="498">
                  <c:v>1.6187315077637765</c:v>
                </c:pt>
                <c:pt idx="499">
                  <c:v>1.4478652498610136</c:v>
                </c:pt>
                <c:pt idx="500">
                  <c:v>1.279713832374626</c:v>
                </c:pt>
                <c:pt idx="501">
                  <c:v>0.6639676097488635</c:v>
                </c:pt>
                <c:pt idx="502">
                  <c:v>1.5234307668189562</c:v>
                </c:pt>
                <c:pt idx="503">
                  <c:v>2.089699772749818</c:v>
                </c:pt>
                <c:pt idx="504">
                  <c:v>2.0260650398920768</c:v>
                </c:pt>
                <c:pt idx="505">
                  <c:v>1.4472365575590909</c:v>
                </c:pt>
                <c:pt idx="506">
                  <c:v>0.4789083032165713</c:v>
                </c:pt>
                <c:pt idx="507">
                  <c:v>0.7452366907347084</c:v>
                </c:pt>
                <c:pt idx="508">
                  <c:v>0.36221409956481376</c:v>
                </c:pt>
                <c:pt idx="509">
                  <c:v>0.16989520667470942</c:v>
                </c:pt>
                <c:pt idx="510">
                  <c:v>-0.18607389766278015</c:v>
                </c:pt>
                <c:pt idx="511">
                  <c:v>-1.0992170299266681</c:v>
                </c:pt>
              </c:numCache>
            </c:numRef>
          </c:yVal>
          <c:smooth val="0"/>
        </c:ser>
        <c:ser>
          <c:idx val="1"/>
          <c:order val="1"/>
          <c:tx>
            <c:strRef>
              <c:f>Sheet1!$B$515</c:f>
              <c:strCache>
                <c:ptCount val="1"/>
                <c:pt idx="0">
                  <c:v>left: filtered</c:v>
                </c:pt>
              </c:strCache>
            </c:strRef>
          </c:tx>
          <c:spPr>
            <a:ln w="16510">
              <a:solidFill>
                <a:srgbClr val="087E8B"/>
              </a:solidFill>
            </a:ln>
          </c:spPr>
          <c:marker>
            <c:symbol val="none"/>
          </c:marker>
          <c:xVal>
            <c:numRef>
              <c:f>Sheet1!$A$516:$A$1027</c:f>
              <c:numCache>
                <c:formatCode>General</c:formatCode>
                <c:ptCount val="512"/>
                <c:pt idx="0">
                  <c:v>0.0</c:v>
                </c:pt>
                <c:pt idx="1">
                  <c:v>0.00390625</c:v>
                </c:pt>
                <c:pt idx="2">
                  <c:v>0.0078125</c:v>
                </c:pt>
                <c:pt idx="3">
                  <c:v>0.01171875</c:v>
                </c:pt>
                <c:pt idx="4">
                  <c:v>0.015625</c:v>
                </c:pt>
                <c:pt idx="5">
                  <c:v>0.01953125</c:v>
                </c:pt>
                <c:pt idx="6">
                  <c:v>0.0234375</c:v>
                </c:pt>
                <c:pt idx="7">
                  <c:v>0.02734375</c:v>
                </c:pt>
                <c:pt idx="8">
                  <c:v>0.03125</c:v>
                </c:pt>
                <c:pt idx="9">
                  <c:v>0.03515625</c:v>
                </c:pt>
                <c:pt idx="10">
                  <c:v>0.0390625</c:v>
                </c:pt>
                <c:pt idx="11">
                  <c:v>0.04296875</c:v>
                </c:pt>
                <c:pt idx="12">
                  <c:v>0.046875</c:v>
                </c:pt>
                <c:pt idx="13">
                  <c:v>0.05078125</c:v>
                </c:pt>
                <c:pt idx="14">
                  <c:v>0.0546875</c:v>
                </c:pt>
                <c:pt idx="15">
                  <c:v>0.05859375</c:v>
                </c:pt>
                <c:pt idx="16">
                  <c:v>0.0625</c:v>
                </c:pt>
                <c:pt idx="17">
                  <c:v>0.06640625</c:v>
                </c:pt>
                <c:pt idx="18">
                  <c:v>0.0703125</c:v>
                </c:pt>
                <c:pt idx="19">
                  <c:v>0.07421875</c:v>
                </c:pt>
                <c:pt idx="20">
                  <c:v>0.078125</c:v>
                </c:pt>
                <c:pt idx="21">
                  <c:v>0.08203125</c:v>
                </c:pt>
                <c:pt idx="22">
                  <c:v>0.0859375</c:v>
                </c:pt>
                <c:pt idx="23">
                  <c:v>0.08984375</c:v>
                </c:pt>
                <c:pt idx="24">
                  <c:v>0.09375</c:v>
                </c:pt>
                <c:pt idx="25">
                  <c:v>0.09765625</c:v>
                </c:pt>
                <c:pt idx="26">
                  <c:v>0.1015625</c:v>
                </c:pt>
                <c:pt idx="27">
                  <c:v>0.10546875</c:v>
                </c:pt>
                <c:pt idx="28">
                  <c:v>0.109375</c:v>
                </c:pt>
                <c:pt idx="29">
                  <c:v>0.11328125</c:v>
                </c:pt>
                <c:pt idx="30">
                  <c:v>0.1171875</c:v>
                </c:pt>
                <c:pt idx="31">
                  <c:v>0.12109375</c:v>
                </c:pt>
                <c:pt idx="32">
                  <c:v>0.125</c:v>
                </c:pt>
                <c:pt idx="33">
                  <c:v>0.12890625</c:v>
                </c:pt>
                <c:pt idx="34">
                  <c:v>0.1328125</c:v>
                </c:pt>
                <c:pt idx="35">
                  <c:v>0.13671875</c:v>
                </c:pt>
                <c:pt idx="36">
                  <c:v>0.140625</c:v>
                </c:pt>
                <c:pt idx="37">
                  <c:v>0.14453125</c:v>
                </c:pt>
                <c:pt idx="38">
                  <c:v>0.1484375</c:v>
                </c:pt>
                <c:pt idx="39">
                  <c:v>0.15234375</c:v>
                </c:pt>
                <c:pt idx="40">
                  <c:v>0.15625</c:v>
                </c:pt>
                <c:pt idx="41">
                  <c:v>0.16015625</c:v>
                </c:pt>
                <c:pt idx="42">
                  <c:v>0.1640625</c:v>
                </c:pt>
                <c:pt idx="43">
                  <c:v>0.16796875</c:v>
                </c:pt>
                <c:pt idx="44">
                  <c:v>0.171875</c:v>
                </c:pt>
                <c:pt idx="45">
                  <c:v>0.17578125</c:v>
                </c:pt>
                <c:pt idx="46">
                  <c:v>0.1796875</c:v>
                </c:pt>
                <c:pt idx="47">
                  <c:v>0.18359375</c:v>
                </c:pt>
                <c:pt idx="48">
                  <c:v>0.1875</c:v>
                </c:pt>
                <c:pt idx="49">
                  <c:v>0.19140625</c:v>
                </c:pt>
                <c:pt idx="50">
                  <c:v>0.1953125</c:v>
                </c:pt>
                <c:pt idx="51">
                  <c:v>0.19921875</c:v>
                </c:pt>
                <c:pt idx="52">
                  <c:v>0.203125</c:v>
                </c:pt>
                <c:pt idx="53">
                  <c:v>0.20703125</c:v>
                </c:pt>
                <c:pt idx="54">
                  <c:v>0.2109375</c:v>
                </c:pt>
                <c:pt idx="55">
                  <c:v>0.21484375</c:v>
                </c:pt>
                <c:pt idx="56">
                  <c:v>0.21875</c:v>
                </c:pt>
                <c:pt idx="57">
                  <c:v>0.22265625</c:v>
                </c:pt>
                <c:pt idx="58">
                  <c:v>0.2265625</c:v>
                </c:pt>
                <c:pt idx="59">
                  <c:v>0.23046875</c:v>
                </c:pt>
                <c:pt idx="60">
                  <c:v>0.234375</c:v>
                </c:pt>
                <c:pt idx="61">
                  <c:v>0.23828125</c:v>
                </c:pt>
                <c:pt idx="62">
                  <c:v>0.2421875</c:v>
                </c:pt>
                <c:pt idx="63">
                  <c:v>0.24609375</c:v>
                </c:pt>
                <c:pt idx="64">
                  <c:v>0.25</c:v>
                </c:pt>
                <c:pt idx="65">
                  <c:v>0.25390625</c:v>
                </c:pt>
                <c:pt idx="66">
                  <c:v>0.2578125</c:v>
                </c:pt>
                <c:pt idx="67">
                  <c:v>0.26171875</c:v>
                </c:pt>
                <c:pt idx="68">
                  <c:v>0.265625</c:v>
                </c:pt>
                <c:pt idx="69">
                  <c:v>0.26953125</c:v>
                </c:pt>
                <c:pt idx="70">
                  <c:v>0.2734375</c:v>
                </c:pt>
                <c:pt idx="71">
                  <c:v>0.27734375</c:v>
                </c:pt>
                <c:pt idx="72">
                  <c:v>0.28125</c:v>
                </c:pt>
                <c:pt idx="73">
                  <c:v>0.28515625</c:v>
                </c:pt>
                <c:pt idx="74">
                  <c:v>0.2890625</c:v>
                </c:pt>
                <c:pt idx="75">
                  <c:v>0.29296875</c:v>
                </c:pt>
                <c:pt idx="76">
                  <c:v>0.296875</c:v>
                </c:pt>
                <c:pt idx="77">
                  <c:v>0.30078125</c:v>
                </c:pt>
                <c:pt idx="78">
                  <c:v>0.3046875</c:v>
                </c:pt>
                <c:pt idx="79">
                  <c:v>0.30859375</c:v>
                </c:pt>
                <c:pt idx="80">
                  <c:v>0.3125</c:v>
                </c:pt>
                <c:pt idx="81">
                  <c:v>0.31640625</c:v>
                </c:pt>
                <c:pt idx="82">
                  <c:v>0.3203125</c:v>
                </c:pt>
                <c:pt idx="83">
                  <c:v>0.32421875</c:v>
                </c:pt>
                <c:pt idx="84">
                  <c:v>0.328125</c:v>
                </c:pt>
                <c:pt idx="85">
                  <c:v>0.33203125</c:v>
                </c:pt>
                <c:pt idx="86">
                  <c:v>0.3359375</c:v>
                </c:pt>
                <c:pt idx="87">
                  <c:v>0.33984375</c:v>
                </c:pt>
                <c:pt idx="88">
                  <c:v>0.34375</c:v>
                </c:pt>
                <c:pt idx="89">
                  <c:v>0.34765625</c:v>
                </c:pt>
                <c:pt idx="90">
                  <c:v>0.3515625</c:v>
                </c:pt>
                <c:pt idx="91">
                  <c:v>0.35546875</c:v>
                </c:pt>
                <c:pt idx="92">
                  <c:v>0.359375</c:v>
                </c:pt>
                <c:pt idx="93">
                  <c:v>0.36328125</c:v>
                </c:pt>
                <c:pt idx="94">
                  <c:v>0.3671875</c:v>
                </c:pt>
                <c:pt idx="95">
                  <c:v>0.37109375</c:v>
                </c:pt>
                <c:pt idx="96">
                  <c:v>0.375</c:v>
                </c:pt>
                <c:pt idx="97">
                  <c:v>0.37890625</c:v>
                </c:pt>
                <c:pt idx="98">
                  <c:v>0.3828125</c:v>
                </c:pt>
                <c:pt idx="99">
                  <c:v>0.38671875</c:v>
                </c:pt>
                <c:pt idx="100">
                  <c:v>0.390625</c:v>
                </c:pt>
                <c:pt idx="101">
                  <c:v>0.39453125</c:v>
                </c:pt>
                <c:pt idx="102">
                  <c:v>0.3984375</c:v>
                </c:pt>
                <c:pt idx="103">
                  <c:v>0.40234375</c:v>
                </c:pt>
                <c:pt idx="104">
                  <c:v>0.40625</c:v>
                </c:pt>
                <c:pt idx="105">
                  <c:v>0.41015625</c:v>
                </c:pt>
                <c:pt idx="106">
                  <c:v>0.4140625</c:v>
                </c:pt>
                <c:pt idx="107">
                  <c:v>0.41796875</c:v>
                </c:pt>
                <c:pt idx="108">
                  <c:v>0.421875</c:v>
                </c:pt>
                <c:pt idx="109">
                  <c:v>0.42578125</c:v>
                </c:pt>
                <c:pt idx="110">
                  <c:v>0.4296875</c:v>
                </c:pt>
                <c:pt idx="111">
                  <c:v>0.43359375</c:v>
                </c:pt>
                <c:pt idx="112">
                  <c:v>0.4375</c:v>
                </c:pt>
                <c:pt idx="113">
                  <c:v>0.44140625</c:v>
                </c:pt>
                <c:pt idx="114">
                  <c:v>0.4453125</c:v>
                </c:pt>
                <c:pt idx="115">
                  <c:v>0.44921875</c:v>
                </c:pt>
                <c:pt idx="116">
                  <c:v>0.453125</c:v>
                </c:pt>
                <c:pt idx="117">
                  <c:v>0.45703125</c:v>
                </c:pt>
                <c:pt idx="118">
                  <c:v>0.4609375</c:v>
                </c:pt>
                <c:pt idx="119">
                  <c:v>0.46484375</c:v>
                </c:pt>
                <c:pt idx="120">
                  <c:v>0.46875</c:v>
                </c:pt>
                <c:pt idx="121">
                  <c:v>0.47265625</c:v>
                </c:pt>
                <c:pt idx="122">
                  <c:v>0.4765625</c:v>
                </c:pt>
                <c:pt idx="123">
                  <c:v>0.48046875</c:v>
                </c:pt>
                <c:pt idx="124">
                  <c:v>0.484375</c:v>
                </c:pt>
                <c:pt idx="125">
                  <c:v>0.48828125</c:v>
                </c:pt>
                <c:pt idx="126">
                  <c:v>0.4921875</c:v>
                </c:pt>
                <c:pt idx="127">
                  <c:v>0.49609375</c:v>
                </c:pt>
                <c:pt idx="128">
                  <c:v>0.5</c:v>
                </c:pt>
                <c:pt idx="129">
                  <c:v>0.50390625</c:v>
                </c:pt>
                <c:pt idx="130">
                  <c:v>0.5078125</c:v>
                </c:pt>
                <c:pt idx="131">
                  <c:v>0.51171875</c:v>
                </c:pt>
                <c:pt idx="132">
                  <c:v>0.515625</c:v>
                </c:pt>
                <c:pt idx="133">
                  <c:v>0.51953125</c:v>
                </c:pt>
                <c:pt idx="134">
                  <c:v>0.5234375</c:v>
                </c:pt>
                <c:pt idx="135">
                  <c:v>0.52734375</c:v>
                </c:pt>
                <c:pt idx="136">
                  <c:v>0.53125</c:v>
                </c:pt>
                <c:pt idx="137">
                  <c:v>0.53515625</c:v>
                </c:pt>
                <c:pt idx="138">
                  <c:v>0.5390625</c:v>
                </c:pt>
                <c:pt idx="139">
                  <c:v>0.54296875</c:v>
                </c:pt>
                <c:pt idx="140">
                  <c:v>0.546875</c:v>
                </c:pt>
                <c:pt idx="141">
                  <c:v>0.55078125</c:v>
                </c:pt>
                <c:pt idx="142">
                  <c:v>0.5546875</c:v>
                </c:pt>
                <c:pt idx="143">
                  <c:v>0.55859375</c:v>
                </c:pt>
                <c:pt idx="144">
                  <c:v>0.5625</c:v>
                </c:pt>
                <c:pt idx="145">
                  <c:v>0.56640625</c:v>
                </c:pt>
                <c:pt idx="146">
                  <c:v>0.5703125</c:v>
                </c:pt>
                <c:pt idx="147">
                  <c:v>0.57421875</c:v>
                </c:pt>
                <c:pt idx="148">
                  <c:v>0.578125</c:v>
                </c:pt>
                <c:pt idx="149">
                  <c:v>0.58203125</c:v>
                </c:pt>
                <c:pt idx="150">
                  <c:v>0.5859375</c:v>
                </c:pt>
                <c:pt idx="151">
                  <c:v>0.58984375</c:v>
                </c:pt>
                <c:pt idx="152">
                  <c:v>0.59375</c:v>
                </c:pt>
                <c:pt idx="153">
                  <c:v>0.59765625</c:v>
                </c:pt>
                <c:pt idx="154">
                  <c:v>0.6015625</c:v>
                </c:pt>
                <c:pt idx="155">
                  <c:v>0.60546875</c:v>
                </c:pt>
                <c:pt idx="156">
                  <c:v>0.609375</c:v>
                </c:pt>
                <c:pt idx="157">
                  <c:v>0.61328125</c:v>
                </c:pt>
                <c:pt idx="158">
                  <c:v>0.6171875</c:v>
                </c:pt>
                <c:pt idx="159">
                  <c:v>0.62109375</c:v>
                </c:pt>
                <c:pt idx="160">
                  <c:v>0.625</c:v>
                </c:pt>
                <c:pt idx="161">
                  <c:v>0.62890625</c:v>
                </c:pt>
                <c:pt idx="162">
                  <c:v>0.6328125</c:v>
                </c:pt>
                <c:pt idx="163">
                  <c:v>0.63671875</c:v>
                </c:pt>
                <c:pt idx="164">
                  <c:v>0.640625</c:v>
                </c:pt>
                <c:pt idx="165">
                  <c:v>0.64453125</c:v>
                </c:pt>
                <c:pt idx="166">
                  <c:v>0.6484375</c:v>
                </c:pt>
                <c:pt idx="167">
                  <c:v>0.65234375</c:v>
                </c:pt>
                <c:pt idx="168">
                  <c:v>0.65625</c:v>
                </c:pt>
                <c:pt idx="169">
                  <c:v>0.66015625</c:v>
                </c:pt>
                <c:pt idx="170">
                  <c:v>0.6640625</c:v>
                </c:pt>
                <c:pt idx="171">
                  <c:v>0.66796875</c:v>
                </c:pt>
                <c:pt idx="172">
                  <c:v>0.671875</c:v>
                </c:pt>
                <c:pt idx="173">
                  <c:v>0.67578125</c:v>
                </c:pt>
                <c:pt idx="174">
                  <c:v>0.6796875</c:v>
                </c:pt>
                <c:pt idx="175">
                  <c:v>0.68359375</c:v>
                </c:pt>
                <c:pt idx="176">
                  <c:v>0.6875</c:v>
                </c:pt>
                <c:pt idx="177">
                  <c:v>0.69140625</c:v>
                </c:pt>
                <c:pt idx="178">
                  <c:v>0.6953125</c:v>
                </c:pt>
                <c:pt idx="179">
                  <c:v>0.69921875</c:v>
                </c:pt>
                <c:pt idx="180">
                  <c:v>0.703125</c:v>
                </c:pt>
                <c:pt idx="181">
                  <c:v>0.70703125</c:v>
                </c:pt>
                <c:pt idx="182">
                  <c:v>0.7109375</c:v>
                </c:pt>
                <c:pt idx="183">
                  <c:v>0.71484375</c:v>
                </c:pt>
                <c:pt idx="184">
                  <c:v>0.71875</c:v>
                </c:pt>
                <c:pt idx="185">
                  <c:v>0.72265625</c:v>
                </c:pt>
                <c:pt idx="186">
                  <c:v>0.7265625</c:v>
                </c:pt>
                <c:pt idx="187">
                  <c:v>0.73046875</c:v>
                </c:pt>
                <c:pt idx="188">
                  <c:v>0.734375</c:v>
                </c:pt>
                <c:pt idx="189">
                  <c:v>0.73828125</c:v>
                </c:pt>
                <c:pt idx="190">
                  <c:v>0.7421875</c:v>
                </c:pt>
                <c:pt idx="191">
                  <c:v>0.74609375</c:v>
                </c:pt>
                <c:pt idx="192">
                  <c:v>0.75</c:v>
                </c:pt>
                <c:pt idx="193">
                  <c:v>0.75390625</c:v>
                </c:pt>
                <c:pt idx="194">
                  <c:v>0.7578125</c:v>
                </c:pt>
                <c:pt idx="195">
                  <c:v>0.76171875</c:v>
                </c:pt>
                <c:pt idx="196">
                  <c:v>0.765625</c:v>
                </c:pt>
                <c:pt idx="197">
                  <c:v>0.76953125</c:v>
                </c:pt>
                <c:pt idx="198">
                  <c:v>0.7734375</c:v>
                </c:pt>
                <c:pt idx="199">
                  <c:v>0.77734375</c:v>
                </c:pt>
                <c:pt idx="200">
                  <c:v>0.78125</c:v>
                </c:pt>
                <c:pt idx="201">
                  <c:v>0.78515625</c:v>
                </c:pt>
                <c:pt idx="202">
                  <c:v>0.7890625</c:v>
                </c:pt>
                <c:pt idx="203">
                  <c:v>0.79296875</c:v>
                </c:pt>
                <c:pt idx="204">
                  <c:v>0.796875</c:v>
                </c:pt>
                <c:pt idx="205">
                  <c:v>0.80078125</c:v>
                </c:pt>
                <c:pt idx="206">
                  <c:v>0.8046875</c:v>
                </c:pt>
                <c:pt idx="207">
                  <c:v>0.80859375</c:v>
                </c:pt>
                <c:pt idx="208">
                  <c:v>0.8125</c:v>
                </c:pt>
                <c:pt idx="209">
                  <c:v>0.81640625</c:v>
                </c:pt>
                <c:pt idx="210">
                  <c:v>0.8203125</c:v>
                </c:pt>
                <c:pt idx="211">
                  <c:v>0.82421875</c:v>
                </c:pt>
                <c:pt idx="212">
                  <c:v>0.828125</c:v>
                </c:pt>
                <c:pt idx="213">
                  <c:v>0.83203125</c:v>
                </c:pt>
                <c:pt idx="214">
                  <c:v>0.8359375</c:v>
                </c:pt>
                <c:pt idx="215">
                  <c:v>0.83984375</c:v>
                </c:pt>
                <c:pt idx="216">
                  <c:v>0.84375</c:v>
                </c:pt>
                <c:pt idx="217">
                  <c:v>0.84765625</c:v>
                </c:pt>
                <c:pt idx="218">
                  <c:v>0.8515625</c:v>
                </c:pt>
                <c:pt idx="219">
                  <c:v>0.85546875</c:v>
                </c:pt>
                <c:pt idx="220">
                  <c:v>0.859375</c:v>
                </c:pt>
                <c:pt idx="221">
                  <c:v>0.86328125</c:v>
                </c:pt>
                <c:pt idx="222">
                  <c:v>0.8671875</c:v>
                </c:pt>
                <c:pt idx="223">
                  <c:v>0.87109375</c:v>
                </c:pt>
                <c:pt idx="224">
                  <c:v>0.875</c:v>
                </c:pt>
                <c:pt idx="225">
                  <c:v>0.87890625</c:v>
                </c:pt>
                <c:pt idx="226">
                  <c:v>0.8828125</c:v>
                </c:pt>
                <c:pt idx="227">
                  <c:v>0.88671875</c:v>
                </c:pt>
                <c:pt idx="228">
                  <c:v>0.890625</c:v>
                </c:pt>
                <c:pt idx="229">
                  <c:v>0.89453125</c:v>
                </c:pt>
                <c:pt idx="230">
                  <c:v>0.8984375</c:v>
                </c:pt>
                <c:pt idx="231">
                  <c:v>0.90234375</c:v>
                </c:pt>
                <c:pt idx="232">
                  <c:v>0.90625</c:v>
                </c:pt>
                <c:pt idx="233">
                  <c:v>0.91015625</c:v>
                </c:pt>
                <c:pt idx="234">
                  <c:v>0.9140625</c:v>
                </c:pt>
                <c:pt idx="235">
                  <c:v>0.91796875</c:v>
                </c:pt>
                <c:pt idx="236">
                  <c:v>0.921875</c:v>
                </c:pt>
                <c:pt idx="237">
                  <c:v>0.92578125</c:v>
                </c:pt>
                <c:pt idx="238">
                  <c:v>0.9296875</c:v>
                </c:pt>
                <c:pt idx="239">
                  <c:v>0.93359375</c:v>
                </c:pt>
                <c:pt idx="240">
                  <c:v>0.9375</c:v>
                </c:pt>
                <c:pt idx="241">
                  <c:v>0.94140625</c:v>
                </c:pt>
                <c:pt idx="242">
                  <c:v>0.9453125</c:v>
                </c:pt>
                <c:pt idx="243">
                  <c:v>0.94921875</c:v>
                </c:pt>
                <c:pt idx="244">
                  <c:v>0.953125</c:v>
                </c:pt>
                <c:pt idx="245">
                  <c:v>0.95703125</c:v>
                </c:pt>
                <c:pt idx="246">
                  <c:v>0.9609375</c:v>
                </c:pt>
                <c:pt idx="247">
                  <c:v>0.96484375</c:v>
                </c:pt>
                <c:pt idx="248">
                  <c:v>0.96875</c:v>
                </c:pt>
                <c:pt idx="249">
                  <c:v>0.97265625</c:v>
                </c:pt>
                <c:pt idx="250">
                  <c:v>0.9765625</c:v>
                </c:pt>
                <c:pt idx="251">
                  <c:v>0.98046875</c:v>
                </c:pt>
                <c:pt idx="252">
                  <c:v>0.984375</c:v>
                </c:pt>
                <c:pt idx="253">
                  <c:v>0.98828125</c:v>
                </c:pt>
                <c:pt idx="254">
                  <c:v>0.9921875</c:v>
                </c:pt>
                <c:pt idx="255">
                  <c:v>0.99609375</c:v>
                </c:pt>
                <c:pt idx="256">
                  <c:v>1.0</c:v>
                </c:pt>
                <c:pt idx="257">
                  <c:v>1.00390625</c:v>
                </c:pt>
                <c:pt idx="258">
                  <c:v>1.0078125</c:v>
                </c:pt>
                <c:pt idx="259">
                  <c:v>1.01171875</c:v>
                </c:pt>
                <c:pt idx="260">
                  <c:v>1.015625</c:v>
                </c:pt>
                <c:pt idx="261">
                  <c:v>1.01953125</c:v>
                </c:pt>
                <c:pt idx="262">
                  <c:v>1.0234375</c:v>
                </c:pt>
                <c:pt idx="263">
                  <c:v>1.02734375</c:v>
                </c:pt>
                <c:pt idx="264">
                  <c:v>1.03125</c:v>
                </c:pt>
                <c:pt idx="265">
                  <c:v>1.03515625</c:v>
                </c:pt>
                <c:pt idx="266">
                  <c:v>1.0390625</c:v>
                </c:pt>
                <c:pt idx="267">
                  <c:v>1.04296875</c:v>
                </c:pt>
                <c:pt idx="268">
                  <c:v>1.046875</c:v>
                </c:pt>
                <c:pt idx="269">
                  <c:v>1.05078125</c:v>
                </c:pt>
                <c:pt idx="270">
                  <c:v>1.0546875</c:v>
                </c:pt>
                <c:pt idx="271">
                  <c:v>1.05859375</c:v>
                </c:pt>
                <c:pt idx="272">
                  <c:v>1.0625</c:v>
                </c:pt>
                <c:pt idx="273">
                  <c:v>1.06640625</c:v>
                </c:pt>
                <c:pt idx="274">
                  <c:v>1.0703125</c:v>
                </c:pt>
                <c:pt idx="275">
                  <c:v>1.07421875</c:v>
                </c:pt>
                <c:pt idx="276">
                  <c:v>1.078125</c:v>
                </c:pt>
                <c:pt idx="277">
                  <c:v>1.08203125</c:v>
                </c:pt>
                <c:pt idx="278">
                  <c:v>1.0859375</c:v>
                </c:pt>
                <c:pt idx="279">
                  <c:v>1.08984375</c:v>
                </c:pt>
                <c:pt idx="280">
                  <c:v>1.09375</c:v>
                </c:pt>
                <c:pt idx="281">
                  <c:v>1.09765625</c:v>
                </c:pt>
                <c:pt idx="282">
                  <c:v>1.1015625</c:v>
                </c:pt>
                <c:pt idx="283">
                  <c:v>1.10546875</c:v>
                </c:pt>
                <c:pt idx="284">
                  <c:v>1.109375</c:v>
                </c:pt>
                <c:pt idx="285">
                  <c:v>1.11328125</c:v>
                </c:pt>
                <c:pt idx="286">
                  <c:v>1.1171875</c:v>
                </c:pt>
                <c:pt idx="287">
                  <c:v>1.12109375</c:v>
                </c:pt>
                <c:pt idx="288">
                  <c:v>1.125</c:v>
                </c:pt>
                <c:pt idx="289">
                  <c:v>1.12890625</c:v>
                </c:pt>
                <c:pt idx="290">
                  <c:v>1.1328125</c:v>
                </c:pt>
                <c:pt idx="291">
                  <c:v>1.13671875</c:v>
                </c:pt>
                <c:pt idx="292">
                  <c:v>1.140625</c:v>
                </c:pt>
                <c:pt idx="293">
                  <c:v>1.14453125</c:v>
                </c:pt>
                <c:pt idx="294">
                  <c:v>1.1484375</c:v>
                </c:pt>
                <c:pt idx="295">
                  <c:v>1.15234375</c:v>
                </c:pt>
                <c:pt idx="296">
                  <c:v>1.15625</c:v>
                </c:pt>
                <c:pt idx="297">
                  <c:v>1.16015625</c:v>
                </c:pt>
                <c:pt idx="298">
                  <c:v>1.1640625</c:v>
                </c:pt>
                <c:pt idx="299">
                  <c:v>1.16796875</c:v>
                </c:pt>
                <c:pt idx="300">
                  <c:v>1.171875</c:v>
                </c:pt>
                <c:pt idx="301">
                  <c:v>1.17578125</c:v>
                </c:pt>
                <c:pt idx="302">
                  <c:v>1.1796875</c:v>
                </c:pt>
                <c:pt idx="303">
                  <c:v>1.18359375</c:v>
                </c:pt>
                <c:pt idx="304">
                  <c:v>1.1875</c:v>
                </c:pt>
                <c:pt idx="305">
                  <c:v>1.19140625</c:v>
                </c:pt>
                <c:pt idx="306">
                  <c:v>1.1953125</c:v>
                </c:pt>
                <c:pt idx="307">
                  <c:v>1.19921875</c:v>
                </c:pt>
                <c:pt idx="308">
                  <c:v>1.203125</c:v>
                </c:pt>
                <c:pt idx="309">
                  <c:v>1.20703125</c:v>
                </c:pt>
                <c:pt idx="310">
                  <c:v>1.2109375</c:v>
                </c:pt>
                <c:pt idx="311">
                  <c:v>1.21484375</c:v>
                </c:pt>
                <c:pt idx="312">
                  <c:v>1.21875</c:v>
                </c:pt>
                <c:pt idx="313">
                  <c:v>1.22265625</c:v>
                </c:pt>
                <c:pt idx="314">
                  <c:v>1.2265625</c:v>
                </c:pt>
                <c:pt idx="315">
                  <c:v>1.23046875</c:v>
                </c:pt>
                <c:pt idx="316">
                  <c:v>1.234375</c:v>
                </c:pt>
                <c:pt idx="317">
                  <c:v>1.23828125</c:v>
                </c:pt>
                <c:pt idx="318">
                  <c:v>1.2421875</c:v>
                </c:pt>
                <c:pt idx="319">
                  <c:v>1.24609375</c:v>
                </c:pt>
                <c:pt idx="320">
                  <c:v>1.25</c:v>
                </c:pt>
                <c:pt idx="321">
                  <c:v>1.25390625</c:v>
                </c:pt>
                <c:pt idx="322">
                  <c:v>1.2578125</c:v>
                </c:pt>
                <c:pt idx="323">
                  <c:v>1.26171875</c:v>
                </c:pt>
                <c:pt idx="324">
                  <c:v>1.265625</c:v>
                </c:pt>
                <c:pt idx="325">
                  <c:v>1.26953125</c:v>
                </c:pt>
                <c:pt idx="326">
                  <c:v>1.2734375</c:v>
                </c:pt>
                <c:pt idx="327">
                  <c:v>1.27734375</c:v>
                </c:pt>
                <c:pt idx="328">
                  <c:v>1.28125</c:v>
                </c:pt>
                <c:pt idx="329">
                  <c:v>1.28515625</c:v>
                </c:pt>
                <c:pt idx="330">
                  <c:v>1.2890625</c:v>
                </c:pt>
                <c:pt idx="331">
                  <c:v>1.29296875</c:v>
                </c:pt>
                <c:pt idx="332">
                  <c:v>1.296875</c:v>
                </c:pt>
                <c:pt idx="333">
                  <c:v>1.30078125</c:v>
                </c:pt>
                <c:pt idx="334">
                  <c:v>1.3046875</c:v>
                </c:pt>
                <c:pt idx="335">
                  <c:v>1.30859375</c:v>
                </c:pt>
                <c:pt idx="336">
                  <c:v>1.3125</c:v>
                </c:pt>
                <c:pt idx="337">
                  <c:v>1.31640625</c:v>
                </c:pt>
                <c:pt idx="338">
                  <c:v>1.3203125</c:v>
                </c:pt>
                <c:pt idx="339">
                  <c:v>1.32421875</c:v>
                </c:pt>
                <c:pt idx="340">
                  <c:v>1.328125</c:v>
                </c:pt>
                <c:pt idx="341">
                  <c:v>1.33203125</c:v>
                </c:pt>
                <c:pt idx="342">
                  <c:v>1.3359375</c:v>
                </c:pt>
                <c:pt idx="343">
                  <c:v>1.33984375</c:v>
                </c:pt>
                <c:pt idx="344">
                  <c:v>1.34375</c:v>
                </c:pt>
                <c:pt idx="345">
                  <c:v>1.34765625</c:v>
                </c:pt>
                <c:pt idx="346">
                  <c:v>1.3515625</c:v>
                </c:pt>
                <c:pt idx="347">
                  <c:v>1.35546875</c:v>
                </c:pt>
                <c:pt idx="348">
                  <c:v>1.359375</c:v>
                </c:pt>
                <c:pt idx="349">
                  <c:v>1.36328125</c:v>
                </c:pt>
                <c:pt idx="350">
                  <c:v>1.3671875</c:v>
                </c:pt>
                <c:pt idx="351">
                  <c:v>1.37109375</c:v>
                </c:pt>
                <c:pt idx="352">
                  <c:v>1.375</c:v>
                </c:pt>
                <c:pt idx="353">
                  <c:v>1.37890625</c:v>
                </c:pt>
                <c:pt idx="354">
                  <c:v>1.3828125</c:v>
                </c:pt>
                <c:pt idx="355">
                  <c:v>1.38671875</c:v>
                </c:pt>
                <c:pt idx="356">
                  <c:v>1.390625</c:v>
                </c:pt>
                <c:pt idx="357">
                  <c:v>1.39453125</c:v>
                </c:pt>
                <c:pt idx="358">
                  <c:v>1.3984375</c:v>
                </c:pt>
                <c:pt idx="359">
                  <c:v>1.40234375</c:v>
                </c:pt>
                <c:pt idx="360">
                  <c:v>1.40625</c:v>
                </c:pt>
                <c:pt idx="361">
                  <c:v>1.41015625</c:v>
                </c:pt>
                <c:pt idx="362">
                  <c:v>1.4140625</c:v>
                </c:pt>
                <c:pt idx="363">
                  <c:v>1.41796875</c:v>
                </c:pt>
                <c:pt idx="364">
                  <c:v>1.421875</c:v>
                </c:pt>
                <c:pt idx="365">
                  <c:v>1.42578125</c:v>
                </c:pt>
                <c:pt idx="366">
                  <c:v>1.4296875</c:v>
                </c:pt>
                <c:pt idx="367">
                  <c:v>1.43359375</c:v>
                </c:pt>
                <c:pt idx="368">
                  <c:v>1.4375</c:v>
                </c:pt>
                <c:pt idx="369">
                  <c:v>1.44140625</c:v>
                </c:pt>
                <c:pt idx="370">
                  <c:v>1.4453125</c:v>
                </c:pt>
                <c:pt idx="371">
                  <c:v>1.44921875</c:v>
                </c:pt>
                <c:pt idx="372">
                  <c:v>1.453125</c:v>
                </c:pt>
                <c:pt idx="373">
                  <c:v>1.45703125</c:v>
                </c:pt>
                <c:pt idx="374">
                  <c:v>1.4609375</c:v>
                </c:pt>
                <c:pt idx="375">
                  <c:v>1.46484375</c:v>
                </c:pt>
                <c:pt idx="376">
                  <c:v>1.46875</c:v>
                </c:pt>
                <c:pt idx="377">
                  <c:v>1.47265625</c:v>
                </c:pt>
                <c:pt idx="378">
                  <c:v>1.4765625</c:v>
                </c:pt>
                <c:pt idx="379">
                  <c:v>1.48046875</c:v>
                </c:pt>
                <c:pt idx="380">
                  <c:v>1.484375</c:v>
                </c:pt>
                <c:pt idx="381">
                  <c:v>1.48828125</c:v>
                </c:pt>
                <c:pt idx="382">
                  <c:v>1.4921875</c:v>
                </c:pt>
                <c:pt idx="383">
                  <c:v>1.49609375</c:v>
                </c:pt>
                <c:pt idx="384">
                  <c:v>1.5</c:v>
                </c:pt>
                <c:pt idx="385">
                  <c:v>1.50390625</c:v>
                </c:pt>
                <c:pt idx="386">
                  <c:v>1.5078125</c:v>
                </c:pt>
                <c:pt idx="387">
                  <c:v>1.51171875</c:v>
                </c:pt>
                <c:pt idx="388">
                  <c:v>1.515625</c:v>
                </c:pt>
                <c:pt idx="389">
                  <c:v>1.51953125</c:v>
                </c:pt>
                <c:pt idx="390">
                  <c:v>1.5234375</c:v>
                </c:pt>
                <c:pt idx="391">
                  <c:v>1.52734375</c:v>
                </c:pt>
                <c:pt idx="392">
                  <c:v>1.53125</c:v>
                </c:pt>
                <c:pt idx="393">
                  <c:v>1.53515625</c:v>
                </c:pt>
                <c:pt idx="394">
                  <c:v>1.5390625</c:v>
                </c:pt>
                <c:pt idx="395">
                  <c:v>1.54296875</c:v>
                </c:pt>
                <c:pt idx="396">
                  <c:v>1.546875</c:v>
                </c:pt>
                <c:pt idx="397">
                  <c:v>1.55078125</c:v>
                </c:pt>
                <c:pt idx="398">
                  <c:v>1.5546875</c:v>
                </c:pt>
                <c:pt idx="399">
                  <c:v>1.55859375</c:v>
                </c:pt>
                <c:pt idx="400">
                  <c:v>1.5625</c:v>
                </c:pt>
                <c:pt idx="401">
                  <c:v>1.56640625</c:v>
                </c:pt>
                <c:pt idx="402">
                  <c:v>1.5703125</c:v>
                </c:pt>
                <c:pt idx="403">
                  <c:v>1.57421875</c:v>
                </c:pt>
                <c:pt idx="404">
                  <c:v>1.578125</c:v>
                </c:pt>
                <c:pt idx="405">
                  <c:v>1.58203125</c:v>
                </c:pt>
                <c:pt idx="406">
                  <c:v>1.5859375</c:v>
                </c:pt>
                <c:pt idx="407">
                  <c:v>1.58984375</c:v>
                </c:pt>
                <c:pt idx="408">
                  <c:v>1.59375</c:v>
                </c:pt>
                <c:pt idx="409">
                  <c:v>1.59765625</c:v>
                </c:pt>
                <c:pt idx="410">
                  <c:v>1.6015625</c:v>
                </c:pt>
                <c:pt idx="411">
                  <c:v>1.60546875</c:v>
                </c:pt>
                <c:pt idx="412">
                  <c:v>1.609375</c:v>
                </c:pt>
                <c:pt idx="413">
                  <c:v>1.61328125</c:v>
                </c:pt>
                <c:pt idx="414">
                  <c:v>1.6171875</c:v>
                </c:pt>
                <c:pt idx="415">
                  <c:v>1.62109375</c:v>
                </c:pt>
                <c:pt idx="416">
                  <c:v>1.625</c:v>
                </c:pt>
                <c:pt idx="417">
                  <c:v>1.62890625</c:v>
                </c:pt>
                <c:pt idx="418">
                  <c:v>1.6328125</c:v>
                </c:pt>
                <c:pt idx="419">
                  <c:v>1.63671875</c:v>
                </c:pt>
                <c:pt idx="420">
                  <c:v>1.640625</c:v>
                </c:pt>
                <c:pt idx="421">
                  <c:v>1.64453125</c:v>
                </c:pt>
                <c:pt idx="422">
                  <c:v>1.6484375</c:v>
                </c:pt>
                <c:pt idx="423">
                  <c:v>1.65234375</c:v>
                </c:pt>
                <c:pt idx="424">
                  <c:v>1.65625</c:v>
                </c:pt>
                <c:pt idx="425">
                  <c:v>1.66015625</c:v>
                </c:pt>
                <c:pt idx="426">
                  <c:v>1.6640625</c:v>
                </c:pt>
                <c:pt idx="427">
                  <c:v>1.66796875</c:v>
                </c:pt>
                <c:pt idx="428">
                  <c:v>1.671875</c:v>
                </c:pt>
                <c:pt idx="429">
                  <c:v>1.67578125</c:v>
                </c:pt>
                <c:pt idx="430">
                  <c:v>1.6796875</c:v>
                </c:pt>
                <c:pt idx="431">
                  <c:v>1.68359375</c:v>
                </c:pt>
                <c:pt idx="432">
                  <c:v>1.6875</c:v>
                </c:pt>
                <c:pt idx="433">
                  <c:v>1.69140625</c:v>
                </c:pt>
                <c:pt idx="434">
                  <c:v>1.6953125</c:v>
                </c:pt>
                <c:pt idx="435">
                  <c:v>1.69921875</c:v>
                </c:pt>
                <c:pt idx="436">
                  <c:v>1.703125</c:v>
                </c:pt>
                <c:pt idx="437">
                  <c:v>1.70703125</c:v>
                </c:pt>
                <c:pt idx="438">
                  <c:v>1.7109375</c:v>
                </c:pt>
                <c:pt idx="439">
                  <c:v>1.71484375</c:v>
                </c:pt>
                <c:pt idx="440">
                  <c:v>1.71875</c:v>
                </c:pt>
                <c:pt idx="441">
                  <c:v>1.72265625</c:v>
                </c:pt>
                <c:pt idx="442">
                  <c:v>1.7265625</c:v>
                </c:pt>
                <c:pt idx="443">
                  <c:v>1.73046875</c:v>
                </c:pt>
                <c:pt idx="444">
                  <c:v>1.734375</c:v>
                </c:pt>
                <c:pt idx="445">
                  <c:v>1.73828125</c:v>
                </c:pt>
                <c:pt idx="446">
                  <c:v>1.7421875</c:v>
                </c:pt>
                <c:pt idx="447">
                  <c:v>1.74609375</c:v>
                </c:pt>
                <c:pt idx="448">
                  <c:v>1.75</c:v>
                </c:pt>
                <c:pt idx="449">
                  <c:v>1.75390625</c:v>
                </c:pt>
                <c:pt idx="450">
                  <c:v>1.7578125</c:v>
                </c:pt>
                <c:pt idx="451">
                  <c:v>1.76171875</c:v>
                </c:pt>
                <c:pt idx="452">
                  <c:v>1.765625</c:v>
                </c:pt>
                <c:pt idx="453">
                  <c:v>1.76953125</c:v>
                </c:pt>
                <c:pt idx="454">
                  <c:v>1.7734375</c:v>
                </c:pt>
                <c:pt idx="455">
                  <c:v>1.77734375</c:v>
                </c:pt>
                <c:pt idx="456">
                  <c:v>1.78125</c:v>
                </c:pt>
                <c:pt idx="457">
                  <c:v>1.78515625</c:v>
                </c:pt>
                <c:pt idx="458">
                  <c:v>1.7890625</c:v>
                </c:pt>
                <c:pt idx="459">
                  <c:v>1.79296875</c:v>
                </c:pt>
                <c:pt idx="460">
                  <c:v>1.796875</c:v>
                </c:pt>
                <c:pt idx="461">
                  <c:v>1.80078125</c:v>
                </c:pt>
                <c:pt idx="462">
                  <c:v>1.8046875</c:v>
                </c:pt>
                <c:pt idx="463">
                  <c:v>1.80859375</c:v>
                </c:pt>
                <c:pt idx="464">
                  <c:v>1.8125</c:v>
                </c:pt>
                <c:pt idx="465">
                  <c:v>1.81640625</c:v>
                </c:pt>
                <c:pt idx="466">
                  <c:v>1.8203125</c:v>
                </c:pt>
                <c:pt idx="467">
                  <c:v>1.82421875</c:v>
                </c:pt>
                <c:pt idx="468">
                  <c:v>1.828125</c:v>
                </c:pt>
                <c:pt idx="469">
                  <c:v>1.83203125</c:v>
                </c:pt>
                <c:pt idx="470">
                  <c:v>1.8359375</c:v>
                </c:pt>
                <c:pt idx="471">
                  <c:v>1.83984375</c:v>
                </c:pt>
                <c:pt idx="472">
                  <c:v>1.84375</c:v>
                </c:pt>
                <c:pt idx="473">
                  <c:v>1.84765625</c:v>
                </c:pt>
                <c:pt idx="474">
                  <c:v>1.8515625</c:v>
                </c:pt>
                <c:pt idx="475">
                  <c:v>1.85546875</c:v>
                </c:pt>
                <c:pt idx="476">
                  <c:v>1.859375</c:v>
                </c:pt>
                <c:pt idx="477">
                  <c:v>1.86328125</c:v>
                </c:pt>
                <c:pt idx="478">
                  <c:v>1.8671875</c:v>
                </c:pt>
                <c:pt idx="479">
                  <c:v>1.87109375</c:v>
                </c:pt>
                <c:pt idx="480">
                  <c:v>1.875</c:v>
                </c:pt>
                <c:pt idx="481">
                  <c:v>1.87890625</c:v>
                </c:pt>
                <c:pt idx="482">
                  <c:v>1.8828125</c:v>
                </c:pt>
                <c:pt idx="483">
                  <c:v>1.88671875</c:v>
                </c:pt>
                <c:pt idx="484">
                  <c:v>1.890625</c:v>
                </c:pt>
                <c:pt idx="485">
                  <c:v>1.89453125</c:v>
                </c:pt>
                <c:pt idx="486">
                  <c:v>1.8984375</c:v>
                </c:pt>
                <c:pt idx="487">
                  <c:v>1.90234375</c:v>
                </c:pt>
                <c:pt idx="488">
                  <c:v>1.90625</c:v>
                </c:pt>
                <c:pt idx="489">
                  <c:v>1.91015625</c:v>
                </c:pt>
                <c:pt idx="490">
                  <c:v>1.9140625</c:v>
                </c:pt>
                <c:pt idx="491">
                  <c:v>1.91796875</c:v>
                </c:pt>
                <c:pt idx="492">
                  <c:v>1.921875</c:v>
                </c:pt>
                <c:pt idx="493">
                  <c:v>1.92578125</c:v>
                </c:pt>
                <c:pt idx="494">
                  <c:v>1.9296875</c:v>
                </c:pt>
                <c:pt idx="495">
                  <c:v>1.93359375</c:v>
                </c:pt>
                <c:pt idx="496">
                  <c:v>1.9375</c:v>
                </c:pt>
                <c:pt idx="497">
                  <c:v>1.94140625</c:v>
                </c:pt>
                <c:pt idx="498">
                  <c:v>1.9453125</c:v>
                </c:pt>
                <c:pt idx="499">
                  <c:v>1.94921875</c:v>
                </c:pt>
                <c:pt idx="500">
                  <c:v>1.953125</c:v>
                </c:pt>
                <c:pt idx="501">
                  <c:v>1.95703125</c:v>
                </c:pt>
                <c:pt idx="502">
                  <c:v>1.9609375</c:v>
                </c:pt>
                <c:pt idx="503">
                  <c:v>1.96484375</c:v>
                </c:pt>
                <c:pt idx="504">
                  <c:v>1.96875</c:v>
                </c:pt>
                <c:pt idx="505">
                  <c:v>1.97265625</c:v>
                </c:pt>
                <c:pt idx="506">
                  <c:v>1.9765625</c:v>
                </c:pt>
                <c:pt idx="507">
                  <c:v>1.98046875</c:v>
                </c:pt>
                <c:pt idx="508">
                  <c:v>1.984375</c:v>
                </c:pt>
                <c:pt idx="509">
                  <c:v>1.98828125</c:v>
                </c:pt>
                <c:pt idx="510">
                  <c:v>1.9921875</c:v>
                </c:pt>
                <c:pt idx="511">
                  <c:v>1.99609375</c:v>
                </c:pt>
              </c:numCache>
            </c:numRef>
          </c:xVal>
          <c:yVal>
            <c:numRef>
              <c:f>Sheet1!$B$516:$B$1027</c:f>
              <c:numCache>
                <c:formatCode>General</c:formatCode>
                <c:ptCount val="512"/>
                <c:pt idx="0">
                  <c:v>0.15747228920916428</c:v>
                </c:pt>
                <c:pt idx="1">
                  <c:v>0.03575958155481168</c:v>
                </c:pt>
                <c:pt idx="2">
                  <c:v>-0.016020130402724098</c:v>
                </c:pt>
                <c:pt idx="3">
                  <c:v>0.009835513052688483</c:v>
                </c:pt>
                <c:pt idx="4">
                  <c:v>0.05051815923032582</c:v>
                </c:pt>
                <c:pt idx="5">
                  <c:v>0.03236915930998191</c:v>
                </c:pt>
                <c:pt idx="6">
                  <c:v>-0.05899517884523972</c:v>
                </c:pt>
                <c:pt idx="7">
                  <c:v>-0.17476114611178623</c:v>
                </c:pt>
                <c:pt idx="8">
                  <c:v>-0.2601388453150444</c:v>
                </c:pt>
                <c:pt idx="9">
                  <c:v>-0.2916597771276706</c:v>
                </c:pt>
                <c:pt idx="10">
                  <c:v>-0.254897891964716</c:v>
                </c:pt>
                <c:pt idx="11">
                  <c:v>-0.11207775624470379</c:v>
                </c:pt>
                <c:pt idx="12">
                  <c:v>0.18682581970386908</c:v>
                </c:pt>
                <c:pt idx="13">
                  <c:v>0.6610731242375695</c:v>
                </c:pt>
                <c:pt idx="14">
                  <c:v>1.2646851575043352</c:v>
                </c:pt>
                <c:pt idx="15">
                  <c:v>1.8795268840392927</c:v>
                </c:pt>
                <c:pt idx="16">
                  <c:v>2.343246137458226</c:v>
                </c:pt>
                <c:pt idx="17">
                  <c:v>2.5202458054914776</c:v>
                </c:pt>
                <c:pt idx="18">
                  <c:v>2.3903789242701565</c:v>
                </c:pt>
                <c:pt idx="19">
                  <c:v>2.079489500010135</c:v>
                </c:pt>
                <c:pt idx="20">
                  <c:v>1.7780550584046821</c:v>
                </c:pt>
                <c:pt idx="21">
                  <c:v>1.6062643659013824</c:v>
                </c:pt>
                <c:pt idx="22">
                  <c:v>1.5539926878885366</c:v>
                </c:pt>
                <c:pt idx="23">
                  <c:v>1.542031381662201</c:v>
                </c:pt>
                <c:pt idx="24">
                  <c:v>1.5153724808945084</c:v>
                </c:pt>
                <c:pt idx="25">
                  <c:v>1.467609020624327</c:v>
                </c:pt>
                <c:pt idx="26">
                  <c:v>1.4000168704553888</c:v>
                </c:pt>
                <c:pt idx="27">
                  <c:v>1.2847422085136015</c:v>
                </c:pt>
                <c:pt idx="28">
                  <c:v>1.0704757713406123</c:v>
                </c:pt>
                <c:pt idx="29">
                  <c:v>0.717232414027446</c:v>
                </c:pt>
                <c:pt idx="30">
                  <c:v>0.2317027743120369</c:v>
                </c:pt>
                <c:pt idx="31">
                  <c:v>-0.3188183974896581</c:v>
                </c:pt>
                <c:pt idx="32">
                  <c:v>-0.8266558320455406</c:v>
                </c:pt>
                <c:pt idx="33">
                  <c:v>-1.1901355151941306</c:v>
                </c:pt>
                <c:pt idx="34">
                  <c:v>-1.3529845441338118</c:v>
                </c:pt>
                <c:pt idx="35">
                  <c:v>-1.3124485825289365</c:v>
                </c:pt>
                <c:pt idx="36">
                  <c:v>-1.1102422489169443</c:v>
                </c:pt>
                <c:pt idx="37">
                  <c:v>-0.8240295318307145</c:v>
                </c:pt>
                <c:pt idx="38">
                  <c:v>-0.5436583443687164</c:v>
                </c:pt>
                <c:pt idx="39">
                  <c:v>-0.32525266217979687</c:v>
                </c:pt>
                <c:pt idx="40">
                  <c:v>-0.16629635541212334</c:v>
                </c:pt>
                <c:pt idx="41">
                  <c:v>-0.03729453875296204</c:v>
                </c:pt>
                <c:pt idx="42">
                  <c:v>0.06952901592001967</c:v>
                </c:pt>
                <c:pt idx="43">
                  <c:v>0.14372227908964486</c:v>
                </c:pt>
                <c:pt idx="44">
                  <c:v>0.20937550687084072</c:v>
                </c:pt>
                <c:pt idx="45">
                  <c:v>0.3463729685532038</c:v>
                </c:pt>
                <c:pt idx="46">
                  <c:v>0.6347646740657963</c:v>
                </c:pt>
                <c:pt idx="47">
                  <c:v>1.082446314815511</c:v>
                </c:pt>
                <c:pt idx="48">
                  <c:v>1.6152664893816984</c:v>
                </c:pt>
                <c:pt idx="49">
                  <c:v>2.1209765951988775</c:v>
                </c:pt>
                <c:pt idx="50">
                  <c:v>2.4884710422422223</c:v>
                </c:pt>
                <c:pt idx="51">
                  <c:v>2.6288745997272596</c:v>
                </c:pt>
                <c:pt idx="52">
                  <c:v>2.501649637372509</c:v>
                </c:pt>
                <c:pt idx="53">
                  <c:v>2.1378234124633897</c:v>
                </c:pt>
                <c:pt idx="54">
                  <c:v>1.6301505108900451</c:v>
                </c:pt>
                <c:pt idx="55">
                  <c:v>1.0980132474937037</c:v>
                </c:pt>
                <c:pt idx="56">
                  <c:v>0.6607247314824068</c:v>
                </c:pt>
                <c:pt idx="57">
                  <c:v>0.4145519402099609</c:v>
                </c:pt>
                <c:pt idx="58">
                  <c:v>0.38538059930676993</c:v>
                </c:pt>
                <c:pt idx="59">
                  <c:v>0.483957136978062</c:v>
                </c:pt>
                <c:pt idx="60">
                  <c:v>0.5349053093173557</c:v>
                </c:pt>
                <c:pt idx="61">
                  <c:v>0.3855574095529165</c:v>
                </c:pt>
                <c:pt idx="62">
                  <c:v>0.001912663645303292</c:v>
                </c:pt>
                <c:pt idx="63">
                  <c:v>-0.528330899407665</c:v>
                </c:pt>
                <c:pt idx="64">
                  <c:v>-1.062505073094869</c:v>
                </c:pt>
                <c:pt idx="65">
                  <c:v>-1.4727752922074802</c:v>
                </c:pt>
                <c:pt idx="66">
                  <c:v>-1.6953972059168407</c:v>
                </c:pt>
                <c:pt idx="67">
                  <c:v>-1.7531391377642918</c:v>
                </c:pt>
                <c:pt idx="68">
                  <c:v>-1.7217436901419996</c:v>
                </c:pt>
                <c:pt idx="69">
                  <c:v>-1.6470237532651506</c:v>
                </c:pt>
                <c:pt idx="70">
                  <c:v>-1.496176754402193</c:v>
                </c:pt>
                <c:pt idx="71">
                  <c:v>-1.208692013565703</c:v>
                </c:pt>
                <c:pt idx="72">
                  <c:v>-0.7910938733961945</c:v>
                </c:pt>
                <c:pt idx="73">
                  <c:v>-0.34185954946557984</c:v>
                </c:pt>
                <c:pt idx="74">
                  <c:v>0.01606632602489022</c:v>
                </c:pt>
                <c:pt idx="75">
                  <c:v>0.2112356995362807</c:v>
                </c:pt>
                <c:pt idx="76">
                  <c:v>0.24569072792861182</c:v>
                </c:pt>
                <c:pt idx="77">
                  <c:v>0.184824525086046</c:v>
                </c:pt>
                <c:pt idx="78">
                  <c:v>0.14296240920758171</c:v>
                </c:pt>
                <c:pt idx="79">
                  <c:v>0.24352634273284376</c:v>
                </c:pt>
                <c:pt idx="80">
                  <c:v>0.5465950145867629</c:v>
                </c:pt>
                <c:pt idx="81">
                  <c:v>1.0011561634092974</c:v>
                </c:pt>
                <c:pt idx="82">
                  <c:v>1.4776842831280155</c:v>
                </c:pt>
                <c:pt idx="83">
                  <c:v>1.853264951149121</c:v>
                </c:pt>
                <c:pt idx="84">
                  <c:v>2.068597842091515</c:v>
                </c:pt>
                <c:pt idx="85">
                  <c:v>2.1194926658506854</c:v>
                </c:pt>
                <c:pt idx="86">
                  <c:v>2.0163433710453655</c:v>
                </c:pt>
                <c:pt idx="87">
                  <c:v>1.75777219011135</c:v>
                </c:pt>
                <c:pt idx="88">
                  <c:v>1.332703404537994</c:v>
                </c:pt>
                <c:pt idx="89">
                  <c:v>0.7451947350769499</c:v>
                </c:pt>
                <c:pt idx="90">
                  <c:v>0.05061648576823963</c:v>
                </c:pt>
                <c:pt idx="91">
                  <c:v>-0.6243428885555327</c:v>
                </c:pt>
                <c:pt idx="92">
                  <c:v>-1.1137754950192764</c:v>
                </c:pt>
                <c:pt idx="93">
                  <c:v>-1.2979016368999523</c:v>
                </c:pt>
                <c:pt idx="94">
                  <c:v>-1.185370707423382</c:v>
                </c:pt>
                <c:pt idx="95">
                  <c:v>-0.9240170968608321</c:v>
                </c:pt>
                <c:pt idx="96">
                  <c:v>-0.7246613484474653</c:v>
                </c:pt>
                <c:pt idx="97">
                  <c:v>-0.7449677440692712</c:v>
                </c:pt>
                <c:pt idx="98">
                  <c:v>-1.0052430435203838</c:v>
                </c:pt>
                <c:pt idx="99">
                  <c:v>-1.3908545248700033</c:v>
                </c:pt>
                <c:pt idx="100">
                  <c:v>-1.7375340359327314</c:v>
                </c:pt>
                <c:pt idx="101">
                  <c:v>-1.929672626264458</c:v>
                </c:pt>
                <c:pt idx="102">
                  <c:v>-1.938307162023</c:v>
                </c:pt>
                <c:pt idx="103">
                  <c:v>-1.7917337145923404</c:v>
                </c:pt>
                <c:pt idx="104">
                  <c:v>-1.528973533480907</c:v>
                </c:pt>
                <c:pt idx="105">
                  <c:v>-1.1805829725839265</c:v>
                </c:pt>
                <c:pt idx="106">
                  <c:v>-0.7772103700618832</c:v>
                </c:pt>
                <c:pt idx="107">
                  <c:v>-0.3569438694531741</c:v>
                </c:pt>
                <c:pt idx="108">
                  <c:v>0.04468318490089185</c:v>
                </c:pt>
                <c:pt idx="109">
                  <c:v>0.405150366526531</c:v>
                </c:pt>
                <c:pt idx="110">
                  <c:v>0.7064220418561412</c:v>
                </c:pt>
                <c:pt idx="111">
                  <c:v>0.921246652177609</c:v>
                </c:pt>
                <c:pt idx="112">
                  <c:v>1.0210262499493683</c:v>
                </c:pt>
                <c:pt idx="113">
                  <c:v>1.0014363451953137</c:v>
                </c:pt>
                <c:pt idx="114">
                  <c:v>0.8980609479489393</c:v>
                </c:pt>
                <c:pt idx="115">
                  <c:v>0.7792917615850798</c:v>
                </c:pt>
                <c:pt idx="116">
                  <c:v>0.7222798328307131</c:v>
                </c:pt>
                <c:pt idx="117">
                  <c:v>0.7752904304231246</c:v>
                </c:pt>
                <c:pt idx="118">
                  <c:v>0.9184271919633028</c:v>
                </c:pt>
                <c:pt idx="119">
                  <c:v>1.0597075208225921</c:v>
                </c:pt>
                <c:pt idx="120">
                  <c:v>1.0870307909592032</c:v>
                </c:pt>
                <c:pt idx="121">
                  <c:v>0.9343862627406577</c:v>
                </c:pt>
                <c:pt idx="122">
                  <c:v>0.6028038116173012</c:v>
                </c:pt>
                <c:pt idx="123">
                  <c:v>0.13730768719481307</c:v>
                </c:pt>
                <c:pt idx="124">
                  <c:v>-0.3905851767360189</c:v>
                </c:pt>
                <c:pt idx="125">
                  <c:v>-0.8805590645916647</c:v>
                </c:pt>
                <c:pt idx="126">
                  <c:v>-1.22381095924386</c:v>
                </c:pt>
                <c:pt idx="127">
                  <c:v>-1.366536737251285</c:v>
                </c:pt>
                <c:pt idx="128">
                  <c:v>-1.3572170903189418</c:v>
                </c:pt>
                <c:pt idx="129">
                  <c:v>-1.3075717509896712</c:v>
                </c:pt>
                <c:pt idx="130">
                  <c:v>-1.296536879272376</c:v>
                </c:pt>
                <c:pt idx="131">
                  <c:v>-1.3225251088666752</c:v>
                </c:pt>
                <c:pt idx="132">
                  <c:v>-1.3477451036426245</c:v>
                </c:pt>
                <c:pt idx="133">
                  <c:v>-1.367058294750927</c:v>
                </c:pt>
                <c:pt idx="134">
                  <c:v>-1.4190434065080662</c:v>
                </c:pt>
                <c:pt idx="135">
                  <c:v>-1.532823436863213</c:v>
                </c:pt>
                <c:pt idx="136">
                  <c:v>-1.6668796552479122</c:v>
                </c:pt>
                <c:pt idx="137">
                  <c:v>-1.6993032997139461</c:v>
                </c:pt>
                <c:pt idx="138">
                  <c:v>-1.4920647434712755</c:v>
                </c:pt>
                <c:pt idx="139">
                  <c:v>-0.994608651338705</c:v>
                </c:pt>
                <c:pt idx="140">
                  <c:v>-0.30311696334251836</c:v>
                </c:pt>
                <c:pt idx="141">
                  <c:v>0.38899675924884725</c:v>
                </c:pt>
                <c:pt idx="142">
                  <c:v>0.91493714868047</c:v>
                </c:pt>
                <c:pt idx="143">
                  <c:v>1.221609397597523</c:v>
                </c:pt>
                <c:pt idx="144">
                  <c:v>1.3519965624180341</c:v>
                </c:pt>
                <c:pt idx="145">
                  <c:v>1.3665351208437582</c:v>
                </c:pt>
                <c:pt idx="146">
                  <c:v>1.2937561388933019</c:v>
                </c:pt>
                <c:pt idx="147">
                  <c:v>1.1440930736178756</c:v>
                </c:pt>
                <c:pt idx="148">
                  <c:v>0.9480648799504611</c:v>
                </c:pt>
                <c:pt idx="149">
                  <c:v>0.768588675054948</c:v>
                </c:pt>
                <c:pt idx="150">
                  <c:v>0.6734562139737976</c:v>
                </c:pt>
                <c:pt idx="151">
                  <c:v>0.6912734200983006</c:v>
                </c:pt>
                <c:pt idx="152">
                  <c:v>0.7884108709196658</c:v>
                </c:pt>
                <c:pt idx="153">
                  <c:v>0.8844540343987565</c:v>
                </c:pt>
                <c:pt idx="154">
                  <c:v>0.8862277607536497</c:v>
                </c:pt>
                <c:pt idx="155">
                  <c:v>0.7150017924365925</c:v>
                </c:pt>
                <c:pt idx="156">
                  <c:v>0.3302651696477351</c:v>
                </c:pt>
                <c:pt idx="157">
                  <c:v>-0.24151096845469983</c:v>
                </c:pt>
                <c:pt idx="158">
                  <c:v>-0.8940458934266995</c:v>
                </c:pt>
                <c:pt idx="159">
                  <c:v>-1.4743566432992943</c:v>
                </c:pt>
                <c:pt idx="160">
                  <c:v>-1.856323559508177</c:v>
                </c:pt>
                <c:pt idx="161">
                  <c:v>-2.0035929960329453</c:v>
                </c:pt>
                <c:pt idx="162">
                  <c:v>-1.96820075204361</c:v>
                </c:pt>
                <c:pt idx="163">
                  <c:v>-1.8318942021757105</c:v>
                </c:pt>
                <c:pt idx="164">
                  <c:v>-1.6555169819600546</c:v>
                </c:pt>
                <c:pt idx="165">
                  <c:v>-1.475381717638141</c:v>
                </c:pt>
                <c:pt idx="166">
                  <c:v>-1.3149266875178107</c:v>
                </c:pt>
                <c:pt idx="167">
                  <c:v>-1.1765461125506942</c:v>
                </c:pt>
                <c:pt idx="168">
                  <c:v>-1.0364645160870543</c:v>
                </c:pt>
                <c:pt idx="169">
                  <c:v>-0.8733243550632974</c:v>
                </c:pt>
                <c:pt idx="170">
                  <c:v>-0.6990187004551147</c:v>
                </c:pt>
                <c:pt idx="171">
                  <c:v>-0.5397575250821172</c:v>
                </c:pt>
                <c:pt idx="172">
                  <c:v>-0.3854312438903791</c:v>
                </c:pt>
                <c:pt idx="173">
                  <c:v>-0.17848648259321576</c:v>
                </c:pt>
                <c:pt idx="174">
                  <c:v>0.13741247077264918</c:v>
                </c:pt>
                <c:pt idx="175">
                  <c:v>0.5673659218202689</c:v>
                </c:pt>
                <c:pt idx="176">
                  <c:v>1.0654589459038568</c:v>
                </c:pt>
                <c:pt idx="177">
                  <c:v>1.5640822636112701</c:v>
                </c:pt>
                <c:pt idx="178">
                  <c:v>1.9835818877957991</c:v>
                </c:pt>
                <c:pt idx="179">
                  <c:v>2.22653671933326</c:v>
                </c:pt>
                <c:pt idx="180">
                  <c:v>2.204603355598376</c:v>
                </c:pt>
                <c:pt idx="181">
                  <c:v>1.903628376746251</c:v>
                </c:pt>
                <c:pt idx="182">
                  <c:v>1.4235253373488481</c:v>
                </c:pt>
                <c:pt idx="183">
                  <c:v>0.9374349130782391</c:v>
                </c:pt>
                <c:pt idx="184">
                  <c:v>0.594648458699111</c:v>
                </c:pt>
                <c:pt idx="185">
                  <c:v>0.4463698145436972</c:v>
                </c:pt>
                <c:pt idx="186">
                  <c:v>0.4454666883927376</c:v>
                </c:pt>
                <c:pt idx="187">
                  <c:v>0.5001528512284699</c:v>
                </c:pt>
                <c:pt idx="188">
                  <c:v>0.5247156976516081</c:v>
                </c:pt>
                <c:pt idx="189">
                  <c:v>0.455563564159103</c:v>
                </c:pt>
                <c:pt idx="190">
                  <c:v>0.2463630357111045</c:v>
                </c:pt>
                <c:pt idx="191">
                  <c:v>-0.1257655617484732</c:v>
                </c:pt>
                <c:pt idx="192">
                  <c:v>-0.6303411156709798</c:v>
                </c:pt>
                <c:pt idx="193">
                  <c:v>-1.1578028824341438</c:v>
                </c:pt>
                <c:pt idx="194">
                  <c:v>-1.5477364419013335</c:v>
                </c:pt>
                <c:pt idx="195">
                  <c:v>-1.6804131291140856</c:v>
                </c:pt>
                <c:pt idx="196">
                  <c:v>-1.5632386864187326</c:v>
                </c:pt>
                <c:pt idx="197">
                  <c:v>-1.3247811562869964</c:v>
                </c:pt>
                <c:pt idx="198">
                  <c:v>-1.10986132922343</c:v>
                </c:pt>
                <c:pt idx="199">
                  <c:v>-0.9666063652489121</c:v>
                </c:pt>
                <c:pt idx="200">
                  <c:v>-0.8271319165931197</c:v>
                </c:pt>
                <c:pt idx="201">
                  <c:v>-0.5975586647335693</c:v>
                </c:pt>
                <c:pt idx="202">
                  <c:v>-0.2712934845038415</c:v>
                </c:pt>
                <c:pt idx="203">
                  <c:v>0.042826637615147045</c:v>
                </c:pt>
                <c:pt idx="204">
                  <c:v>0.20925629171367716</c:v>
                </c:pt>
                <c:pt idx="205">
                  <c:v>0.19745210757631523</c:v>
                </c:pt>
                <c:pt idx="206">
                  <c:v>0.13365875553043433</c:v>
                </c:pt>
                <c:pt idx="207">
                  <c:v>0.20818630228001622</c:v>
                </c:pt>
                <c:pt idx="208">
                  <c:v>0.5137434833053902</c:v>
                </c:pt>
                <c:pt idx="209">
                  <c:v>0.9715318416928571</c:v>
                </c:pt>
                <c:pt idx="210">
                  <c:v>1.409106682094266</c:v>
                </c:pt>
                <c:pt idx="211">
                  <c:v>1.692944699882463</c:v>
                </c:pt>
                <c:pt idx="212">
                  <c:v>1.7887005926454784</c:v>
                </c:pt>
                <c:pt idx="213">
                  <c:v>1.7320041929787025</c:v>
                </c:pt>
                <c:pt idx="214">
                  <c:v>1.5778995142286707</c:v>
                </c:pt>
                <c:pt idx="215">
                  <c:v>1.3717138424934188</c:v>
                </c:pt>
                <c:pt idx="216">
                  <c:v>1.1305823443755503</c:v>
                </c:pt>
                <c:pt idx="217">
                  <c:v>0.8343739960819558</c:v>
                </c:pt>
                <c:pt idx="218">
                  <c:v>0.4533061577066166</c:v>
                </c:pt>
                <c:pt idx="219">
                  <c:v>0.0037183329335854776</c:v>
                </c:pt>
                <c:pt idx="220">
                  <c:v>-0.43081716927735636</c:v>
                </c:pt>
                <c:pt idx="221">
                  <c:v>-0.7468701688092658</c:v>
                </c:pt>
                <c:pt idx="222">
                  <c:v>-0.8895066254233917</c:v>
                </c:pt>
                <c:pt idx="223">
                  <c:v>-0.8775777851309355</c:v>
                </c:pt>
                <c:pt idx="224">
                  <c:v>-0.7818001247197998</c:v>
                </c:pt>
                <c:pt idx="225">
                  <c:v>-0.6923118296311647</c:v>
                </c:pt>
                <c:pt idx="226">
                  <c:v>-0.6917126428672514</c:v>
                </c:pt>
                <c:pt idx="227">
                  <c:v>-0.8245969226700203</c:v>
                </c:pt>
                <c:pt idx="228">
                  <c:v>-1.0713089699497718</c:v>
                </c:pt>
                <c:pt idx="229">
                  <c:v>-1.3533927580958227</c:v>
                </c:pt>
                <c:pt idx="230">
                  <c:v>-1.5712375782622043</c:v>
                </c:pt>
                <c:pt idx="231">
                  <c:v>-1.6377256399498932</c:v>
                </c:pt>
                <c:pt idx="232">
                  <c:v>-1.491221294872226</c:v>
                </c:pt>
                <c:pt idx="233">
                  <c:v>-1.1119146283494132</c:v>
                </c:pt>
                <c:pt idx="234">
                  <c:v>-0.5462841974682608</c:v>
                </c:pt>
                <c:pt idx="235">
                  <c:v>0.09873487433688782</c:v>
                </c:pt>
                <c:pt idx="236">
                  <c:v>0.7023946479303846</c:v>
                </c:pt>
                <c:pt idx="237">
                  <c:v>1.1671572147671951</c:v>
                </c:pt>
                <c:pt idx="238">
                  <c:v>1.4164615902010007</c:v>
                </c:pt>
                <c:pt idx="239">
                  <c:v>1.3980566954770186</c:v>
                </c:pt>
                <c:pt idx="240">
                  <c:v>1.1312434958448034</c:v>
                </c:pt>
                <c:pt idx="241">
                  <c:v>0.7496872657977784</c:v>
                </c:pt>
                <c:pt idx="242">
                  <c:v>0.4658105260750723</c:v>
                </c:pt>
                <c:pt idx="243">
                  <c:v>0.45985220885158096</c:v>
                </c:pt>
                <c:pt idx="244">
                  <c:v>0.769454769205763</c:v>
                </c:pt>
                <c:pt idx="245">
                  <c:v>1.2576208041846153</c:v>
                </c:pt>
                <c:pt idx="246">
                  <c:v>1.691168996141339</c:v>
                </c:pt>
                <c:pt idx="247">
                  <c:v>1.8848463416587549</c:v>
                </c:pt>
                <c:pt idx="248">
                  <c:v>1.7986935264361916</c:v>
                </c:pt>
                <c:pt idx="249">
                  <c:v>1.5105009952060997</c:v>
                </c:pt>
                <c:pt idx="250">
                  <c:v>1.1136042072379264</c:v>
                </c:pt>
                <c:pt idx="251">
                  <c:v>0.6582205771172629</c:v>
                </c:pt>
                <c:pt idx="252">
                  <c:v>0.17644428895600694</c:v>
                </c:pt>
                <c:pt idx="253">
                  <c:v>-0.2784260752367459</c:v>
                </c:pt>
                <c:pt idx="254">
                  <c:v>-0.6446791142956148</c:v>
                </c:pt>
                <c:pt idx="255">
                  <c:v>-0.8931092096961828</c:v>
                </c:pt>
                <c:pt idx="256">
                  <c:v>-1.032287768404253</c:v>
                </c:pt>
                <c:pt idx="257">
                  <c:v>-1.0765703481862876</c:v>
                </c:pt>
                <c:pt idx="258">
                  <c:v>-1.036774014949486</c:v>
                </c:pt>
                <c:pt idx="259">
                  <c:v>-0.9534077493693396</c:v>
                </c:pt>
                <c:pt idx="260">
                  <c:v>-0.9105028437528138</c:v>
                </c:pt>
                <c:pt idx="261">
                  <c:v>-0.9789359365796111</c:v>
                </c:pt>
                <c:pt idx="262">
                  <c:v>-1.1376716891749823</c:v>
                </c:pt>
                <c:pt idx="263">
                  <c:v>-1.2664735282035529</c:v>
                </c:pt>
                <c:pt idx="264">
                  <c:v>-1.2287920016323417</c:v>
                </c:pt>
                <c:pt idx="265">
                  <c:v>-0.9693505707608544</c:v>
                </c:pt>
                <c:pt idx="266">
                  <c:v>-0.5453665610451819</c:v>
                </c:pt>
                <c:pt idx="267">
                  <c:v>-0.07724955714551962</c:v>
                </c:pt>
                <c:pt idx="268">
                  <c:v>0.33447010642589914</c:v>
                </c:pt>
                <c:pt idx="269">
                  <c:v>0.6652781532630356</c:v>
                </c:pt>
                <c:pt idx="270">
                  <c:v>0.9583134081148357</c:v>
                </c:pt>
                <c:pt idx="271">
                  <c:v>1.2558336732167665</c:v>
                </c:pt>
                <c:pt idx="272">
                  <c:v>1.5288994944774807</c:v>
                </c:pt>
                <c:pt idx="273">
                  <c:v>1.6860877820553641</c:v>
                </c:pt>
                <c:pt idx="274">
                  <c:v>1.6685848698027332</c:v>
                </c:pt>
                <c:pt idx="275">
                  <c:v>1.5283840368514974</c:v>
                </c:pt>
                <c:pt idx="276">
                  <c:v>1.3945033591467235</c:v>
                </c:pt>
                <c:pt idx="277">
                  <c:v>1.3638923560120466</c:v>
                </c:pt>
                <c:pt idx="278">
                  <c:v>1.4313322322095277</c:v>
                </c:pt>
                <c:pt idx="279">
                  <c:v>1.5084482112163387</c:v>
                </c:pt>
                <c:pt idx="280">
                  <c:v>1.4910335009321525</c:v>
                </c:pt>
                <c:pt idx="281">
                  <c:v>1.3245305756611874</c:v>
                </c:pt>
                <c:pt idx="282">
                  <c:v>1.0417803406010733</c:v>
                </c:pt>
                <c:pt idx="283">
                  <c:v>0.7424833661778777</c:v>
                </c:pt>
                <c:pt idx="284">
                  <c:v>0.5050820759716816</c:v>
                </c:pt>
                <c:pt idx="285">
                  <c:v>0.3025203036911647</c:v>
                </c:pt>
                <c:pt idx="286">
                  <c:v>0.021699631406118636</c:v>
                </c:pt>
                <c:pt idx="287">
                  <c:v>-0.41828946468472283</c:v>
                </c:pt>
                <c:pt idx="288">
                  <c:v>-0.969267186331157</c:v>
                </c:pt>
                <c:pt idx="289">
                  <c:v>-1.4703110867275557</c:v>
                </c:pt>
                <c:pt idx="290">
                  <c:v>-1.7477275070545113</c:v>
                </c:pt>
                <c:pt idx="291">
                  <c:v>-1.7128465172294898</c:v>
                </c:pt>
                <c:pt idx="292">
                  <c:v>-1.4093193665616046</c:v>
                </c:pt>
                <c:pt idx="293">
                  <c:v>-0.9977573014646061</c:v>
                </c:pt>
                <c:pt idx="294">
                  <c:v>-0.6711238624969442</c:v>
                </c:pt>
                <c:pt idx="295">
                  <c:v>-0.5326536266217217</c:v>
                </c:pt>
                <c:pt idx="296">
                  <c:v>-0.5318425801270565</c:v>
                </c:pt>
                <c:pt idx="297">
                  <c:v>-0.5310920166476722</c:v>
                </c:pt>
                <c:pt idx="298">
                  <c:v>-0.44286735246496867</c:v>
                </c:pt>
                <c:pt idx="299">
                  <c:v>-0.29133394712817984</c:v>
                </c:pt>
                <c:pt idx="300">
                  <c:v>-0.1402968001656973</c:v>
                </c:pt>
                <c:pt idx="301">
                  <c:v>0.012568945880869667</c:v>
                </c:pt>
                <c:pt idx="302">
                  <c:v>0.24721006029600107</c:v>
                </c:pt>
                <c:pt idx="303">
                  <c:v>0.633231892679768</c:v>
                </c:pt>
                <c:pt idx="304">
                  <c:v>1.1439121856929058</c:v>
                </c:pt>
                <c:pt idx="305">
                  <c:v>1.6522096066979017</c:v>
                </c:pt>
                <c:pt idx="306">
                  <c:v>1.9993889327074301</c:v>
                </c:pt>
                <c:pt idx="307">
                  <c:v>2.077341679144079</c:v>
                </c:pt>
                <c:pt idx="308">
                  <c:v>1.878048850875512</c:v>
                </c:pt>
                <c:pt idx="309">
                  <c:v>1.4920811806400185</c:v>
                </c:pt>
                <c:pt idx="310">
                  <c:v>1.0598410411190753</c:v>
                </c:pt>
                <c:pt idx="311">
                  <c:v>0.7052128558958222</c:v>
                </c:pt>
                <c:pt idx="312">
                  <c:v>0.4937333688466464</c:v>
                </c:pt>
                <c:pt idx="313">
                  <c:v>0.42738930280541104</c:v>
                </c:pt>
                <c:pt idx="314">
                  <c:v>0.4521875326832113</c:v>
                </c:pt>
                <c:pt idx="315">
                  <c:v>0.46994942002376977</c:v>
                </c:pt>
                <c:pt idx="316">
                  <c:v>0.3772175199750385</c:v>
                </c:pt>
                <c:pt idx="317">
                  <c:v>0.12682092601395623</c:v>
                </c:pt>
                <c:pt idx="318">
                  <c:v>-0.24279131097988582</c:v>
                </c:pt>
                <c:pt idx="319">
                  <c:v>-0.6429198196038086</c:v>
                </c:pt>
                <c:pt idx="320">
                  <c:v>-0.996914126176639</c:v>
                </c:pt>
                <c:pt idx="321">
                  <c:v>-1.277423364138195</c:v>
                </c:pt>
                <c:pt idx="322">
                  <c:v>-1.505516943608264</c:v>
                </c:pt>
                <c:pt idx="323">
                  <c:v>-1.7181359346610148</c:v>
                </c:pt>
                <c:pt idx="324">
                  <c:v>-1.917694982019073</c:v>
                </c:pt>
                <c:pt idx="325">
                  <c:v>-2.0437149284872964</c:v>
                </c:pt>
                <c:pt idx="326">
                  <c:v>-2.005009811400261</c:v>
                </c:pt>
                <c:pt idx="327">
                  <c:v>-1.7518311788012375</c:v>
                </c:pt>
                <c:pt idx="328">
                  <c:v>-1.3201128238901019</c:v>
                </c:pt>
                <c:pt idx="329">
                  <c:v>-0.8090058462336903</c:v>
                </c:pt>
                <c:pt idx="330">
                  <c:v>-0.32021093901135694</c:v>
                </c:pt>
                <c:pt idx="331">
                  <c:v>0.08455447397555449</c:v>
                </c:pt>
                <c:pt idx="332">
                  <c:v>0.3844199948761978</c:v>
                </c:pt>
                <c:pt idx="333">
                  <c:v>0.5805592928984515</c:v>
                </c:pt>
                <c:pt idx="334">
                  <c:v>0.68440944799644</c:v>
                </c:pt>
                <c:pt idx="335">
                  <c:v>0.7170356289085628</c:v>
                </c:pt>
                <c:pt idx="336">
                  <c:v>0.719174057208305</c:v>
                </c:pt>
                <c:pt idx="337">
                  <c:v>0.7663122398011875</c:v>
                </c:pt>
                <c:pt idx="338">
                  <c:v>0.951131226433759</c:v>
                </c:pt>
                <c:pt idx="339">
                  <c:v>1.3036152549809823</c:v>
                </c:pt>
                <c:pt idx="340">
                  <c:v>1.7097760395036579</c:v>
                </c:pt>
                <c:pt idx="341">
                  <c:v>1.9448673952234439</c:v>
                </c:pt>
                <c:pt idx="342">
                  <c:v>1.8340412915635333</c:v>
                </c:pt>
                <c:pt idx="343">
                  <c:v>1.3936164249681287</c:v>
                </c:pt>
                <c:pt idx="344">
                  <c:v>0.8077107542095817</c:v>
                </c:pt>
                <c:pt idx="345">
                  <c:v>0.27367340072668367</c:v>
                </c:pt>
                <c:pt idx="346">
                  <c:v>-0.12160734937793866</c:v>
                </c:pt>
                <c:pt idx="347">
                  <c:v>-0.4013184125479725</c:v>
                </c:pt>
                <c:pt idx="348">
                  <c:v>-0.6240684725095621</c:v>
                </c:pt>
                <c:pt idx="349">
                  <c:v>-0.8225615123256707</c:v>
                </c:pt>
                <c:pt idx="350">
                  <c:v>-0.985223246758106</c:v>
                </c:pt>
                <c:pt idx="351">
                  <c:v>-1.0719226300632025</c:v>
                </c:pt>
                <c:pt idx="352">
                  <c:v>-1.0579839498074535</c:v>
                </c:pt>
                <c:pt idx="353">
                  <c:v>-0.98681075757904</c:v>
                </c:pt>
                <c:pt idx="354">
                  <c:v>-0.9797159101434949</c:v>
                </c:pt>
                <c:pt idx="355">
                  <c:v>-1.1673756567652234</c:v>
                </c:pt>
                <c:pt idx="356">
                  <c:v>-1.5833915649697143</c:v>
                </c:pt>
                <c:pt idx="357">
                  <c:v>-2.111066607077749</c:v>
                </c:pt>
                <c:pt idx="358">
                  <c:v>-2.5306456093373657</c:v>
                </c:pt>
                <c:pt idx="359">
                  <c:v>-2.6311292407291136</c:v>
                </c:pt>
                <c:pt idx="360">
                  <c:v>-2.3219199057616677</c:v>
                </c:pt>
                <c:pt idx="361">
                  <c:v>-1.6940311845084515</c:v>
                </c:pt>
                <c:pt idx="362">
                  <c:v>-0.9843427088916599</c:v>
                </c:pt>
                <c:pt idx="363">
                  <c:v>-0.430723992563682</c:v>
                </c:pt>
                <c:pt idx="364">
                  <c:v>-0.11102720504193608</c:v>
                </c:pt>
                <c:pt idx="365">
                  <c:v>0.08433876203290946</c:v>
                </c:pt>
                <c:pt idx="366">
                  <c:v>0.31206603562761426</c:v>
                </c:pt>
                <c:pt idx="367">
                  <c:v>0.6101055685539731</c:v>
                </c:pt>
                <c:pt idx="368">
                  <c:v>0.8699938508536984</c:v>
                </c:pt>
                <c:pt idx="369">
                  <c:v>0.9587510644530254</c:v>
                </c:pt>
                <c:pt idx="370">
                  <c:v>0.8564412985650499</c:v>
                </c:pt>
                <c:pt idx="371">
                  <c:v>0.67861951345321</c:v>
                </c:pt>
                <c:pt idx="372">
                  <c:v>0.5768615277077329</c:v>
                </c:pt>
                <c:pt idx="373">
                  <c:v>0.6215463197083719</c:v>
                </c:pt>
                <c:pt idx="374">
                  <c:v>0.7680546274850747</c:v>
                </c:pt>
                <c:pt idx="375">
                  <c:v>0.9134578011728038</c:v>
                </c:pt>
                <c:pt idx="376">
                  <c:v>0.9711383106412983</c:v>
                </c:pt>
                <c:pt idx="377">
                  <c:v>0.8964437227568387</c:v>
                </c:pt>
                <c:pt idx="378">
                  <c:v>0.6663405337580203</c:v>
                </c:pt>
                <c:pt idx="379">
                  <c:v>0.2685147008327764</c:v>
                </c:pt>
                <c:pt idx="380">
                  <c:v>-0.27223350209689273</c:v>
                </c:pt>
                <c:pt idx="381">
                  <c:v>-0.8724667536264857</c:v>
                </c:pt>
                <c:pt idx="382">
                  <c:v>-1.4219954968656323</c:v>
                </c:pt>
                <c:pt idx="383">
                  <c:v>-1.8428620524910801</c:v>
                </c:pt>
                <c:pt idx="384">
                  <c:v>-2.1066852635831426</c:v>
                </c:pt>
                <c:pt idx="385">
                  <c:v>-2.202509388839484</c:v>
                </c:pt>
                <c:pt idx="386">
                  <c:v>-2.121944785968851</c:v>
                </c:pt>
                <c:pt idx="387">
                  <c:v>-1.8995971946577428</c:v>
                </c:pt>
                <c:pt idx="388">
                  <c:v>-1.6505092212265442</c:v>
                </c:pt>
                <c:pt idx="389">
                  <c:v>-1.526424643049944</c:v>
                </c:pt>
                <c:pt idx="390">
                  <c:v>-1.6074093413449697</c:v>
                </c:pt>
                <c:pt idx="391">
                  <c:v>-1.8288174277546434</c:v>
                </c:pt>
                <c:pt idx="392">
                  <c:v>-2.0132744259574444</c:v>
                </c:pt>
                <c:pt idx="393">
                  <c:v>-1.9819520637780017</c:v>
                </c:pt>
                <c:pt idx="394">
                  <c:v>-1.6612956061361723</c:v>
                </c:pt>
                <c:pt idx="395">
                  <c:v>-1.1168639094303798</c:v>
                </c:pt>
                <c:pt idx="396">
                  <c:v>-0.5024460978250117</c:v>
                </c:pt>
                <c:pt idx="397">
                  <c:v>0.03590480890355374</c:v>
                </c:pt>
                <c:pt idx="398">
                  <c:v>0.43491541020672375</c:v>
                </c:pt>
                <c:pt idx="399">
                  <c:v>0.7145855140658559</c:v>
                </c:pt>
                <c:pt idx="400">
                  <c:v>0.9160536415485456</c:v>
                </c:pt>
                <c:pt idx="401">
                  <c:v>1.0535665760188309</c:v>
                </c:pt>
                <c:pt idx="402">
                  <c:v>1.125683401304785</c:v>
                </c:pt>
                <c:pt idx="403">
                  <c:v>1.1385867235916622</c:v>
                </c:pt>
                <c:pt idx="404">
                  <c:v>1.0923725841328045</c:v>
                </c:pt>
                <c:pt idx="405">
                  <c:v>0.9712223663274282</c:v>
                </c:pt>
                <c:pt idx="406">
                  <c:v>0.7881406874093176</c:v>
                </c:pt>
                <c:pt idx="407">
                  <c:v>0.6293053732440692</c:v>
                </c:pt>
                <c:pt idx="408">
                  <c:v>0.6041859711514017</c:v>
                </c:pt>
                <c:pt idx="409">
                  <c:v>0.7249583715505916</c:v>
                </c:pt>
                <c:pt idx="410">
                  <c:v>0.8508861026795937</c:v>
                </c:pt>
                <c:pt idx="411">
                  <c:v>0.7749752083201589</c:v>
                </c:pt>
                <c:pt idx="412">
                  <c:v>0.37638054690411205</c:v>
                </c:pt>
                <c:pt idx="413">
                  <c:v>-0.29408461913779826</c:v>
                </c:pt>
                <c:pt idx="414">
                  <c:v>-1.0477784321153425</c:v>
                </c:pt>
                <c:pt idx="415">
                  <c:v>-1.669081326995566</c:v>
                </c:pt>
                <c:pt idx="416">
                  <c:v>-2.028330533915682</c:v>
                </c:pt>
                <c:pt idx="417">
                  <c:v>-2.131637670133343</c:v>
                </c:pt>
                <c:pt idx="418">
                  <c:v>-2.0804288912199915</c:v>
                </c:pt>
                <c:pt idx="419">
                  <c:v>-1.9771853405701665</c:v>
                </c:pt>
                <c:pt idx="420">
                  <c:v>-1.8570263561082099</c:v>
                </c:pt>
                <c:pt idx="421">
                  <c:v>-1.6984329378275014</c:v>
                </c:pt>
                <c:pt idx="422">
                  <c:v>-1.4886771920703543</c:v>
                </c:pt>
                <c:pt idx="423">
                  <c:v>-1.2679044724246427</c:v>
                </c:pt>
                <c:pt idx="424">
                  <c:v>-1.1067281636309185</c:v>
                </c:pt>
                <c:pt idx="425">
                  <c:v>-1.045806580262329</c:v>
                </c:pt>
                <c:pt idx="426">
                  <c:v>-1.0542154074496037</c:v>
                </c:pt>
                <c:pt idx="427">
                  <c:v>-1.0346914250808188</c:v>
                </c:pt>
                <c:pt idx="428">
                  <c:v>-0.8740672672974987</c:v>
                </c:pt>
                <c:pt idx="429">
                  <c:v>-0.5175394892036811</c:v>
                </c:pt>
                <c:pt idx="430">
                  <c:v>-0.014605730132952743</c:v>
                </c:pt>
                <c:pt idx="431">
                  <c:v>0.5154256966471329</c:v>
                </c:pt>
                <c:pt idx="432">
                  <c:v>0.9750963834243198</c:v>
                </c:pt>
                <c:pt idx="433">
                  <c:v>1.3435529898058058</c:v>
                </c:pt>
                <c:pt idx="434">
                  <c:v>1.6424168198154194</c:v>
                </c:pt>
                <c:pt idx="435">
                  <c:v>1.8663246167510805</c:v>
                </c:pt>
                <c:pt idx="436">
                  <c:v>1.9616310024936896</c:v>
                </c:pt>
                <c:pt idx="437">
                  <c:v>1.8692264424106941</c:v>
                </c:pt>
                <c:pt idx="438">
                  <c:v>1.5825026166229152</c:v>
                </c:pt>
                <c:pt idx="439">
                  <c:v>1.1727994553774987</c:v>
                </c:pt>
                <c:pt idx="440">
                  <c:v>0.768510483323241</c:v>
                </c:pt>
                <c:pt idx="441">
                  <c:v>0.4951527383410934</c:v>
                </c:pt>
                <c:pt idx="442">
                  <c:v>0.4014441133703961</c:v>
                </c:pt>
                <c:pt idx="443">
                  <c:v>0.4225784932154266</c:v>
                </c:pt>
                <c:pt idx="444">
                  <c:v>0.42464796402088045</c:v>
                </c:pt>
                <c:pt idx="445">
                  <c:v>0.30449929822013755</c:v>
                </c:pt>
                <c:pt idx="446">
                  <c:v>0.054980652901005955</c:v>
                </c:pt>
                <c:pt idx="447">
                  <c:v>-0.2622710088777629</c:v>
                </c:pt>
                <c:pt idx="448">
                  <c:v>-0.5932218279852359</c:v>
                </c:pt>
                <c:pt idx="449">
                  <c:v>-0.9277836753047188</c:v>
                </c:pt>
                <c:pt idx="450">
                  <c:v>-1.2680353678209615</c:v>
                </c:pt>
                <c:pt idx="451">
                  <c:v>-1.5810643919125464</c:v>
                </c:pt>
                <c:pt idx="452">
                  <c:v>-1.791825698270649</c:v>
                </c:pt>
                <c:pt idx="453">
                  <c:v>-1.8160323672467646</c:v>
                </c:pt>
                <c:pt idx="454">
                  <c:v>-1.6027228031081266</c:v>
                </c:pt>
                <c:pt idx="455">
                  <c:v>-1.1685686238794208</c:v>
                </c:pt>
                <c:pt idx="456">
                  <c:v>-0.6127178651439035</c:v>
                </c:pt>
                <c:pt idx="457">
                  <c:v>-0.0885658031479071</c:v>
                </c:pt>
                <c:pt idx="458">
                  <c:v>0.27380163325000395</c:v>
                </c:pt>
                <c:pt idx="459">
                  <c:v>0.4430143507410518</c:v>
                </c:pt>
                <c:pt idx="460">
                  <c:v>0.4918786297278812</c:v>
                </c:pt>
                <c:pt idx="461">
                  <c:v>0.5345250607003436</c:v>
                </c:pt>
                <c:pt idx="462">
                  <c:v>0.6610008197691937</c:v>
                </c:pt>
                <c:pt idx="463">
                  <c:v>0.9112043347385046</c:v>
                </c:pt>
                <c:pt idx="464">
                  <c:v>1.2745444987972625</c:v>
                </c:pt>
                <c:pt idx="465">
                  <c:v>1.6956110388021552</c:v>
                </c:pt>
                <c:pt idx="466">
                  <c:v>2.0908551482335116</c:v>
                </c:pt>
                <c:pt idx="467">
                  <c:v>2.382063996886509</c:v>
                </c:pt>
                <c:pt idx="468">
                  <c:v>2.531101266991215</c:v>
                </c:pt>
                <c:pt idx="469">
                  <c:v>2.550983580042037</c:v>
                </c:pt>
                <c:pt idx="470">
                  <c:v>2.4810411984344105</c:v>
                </c:pt>
                <c:pt idx="471">
                  <c:v>2.3427005730213835</c:v>
                </c:pt>
                <c:pt idx="472">
                  <c:v>2.121320472325785</c:v>
                </c:pt>
                <c:pt idx="473">
                  <c:v>1.8042799007164736</c:v>
                </c:pt>
                <c:pt idx="474">
                  <c:v>1.4352329151064134</c:v>
                </c:pt>
                <c:pt idx="475">
                  <c:v>1.1056792803069286</c:v>
                </c:pt>
                <c:pt idx="476">
                  <c:v>0.8735102222692499</c:v>
                </c:pt>
                <c:pt idx="477">
                  <c:v>0.7016380055828124</c:v>
                </c:pt>
                <c:pt idx="478">
                  <c:v>0.5042974964854139</c:v>
                </c:pt>
                <c:pt idx="479">
                  <c:v>0.25787425515339013</c:v>
                </c:pt>
                <c:pt idx="480">
                  <c:v>0.038487621222392465</c:v>
                </c:pt>
                <c:pt idx="481">
                  <c:v>-0.06963449911849784</c:v>
                </c:pt>
                <c:pt idx="482">
                  <c:v>-0.08557976475864393</c:v>
                </c:pt>
                <c:pt idx="483">
                  <c:v>-0.12400049181308714</c:v>
                </c:pt>
                <c:pt idx="484">
                  <c:v>-0.27471151866090693</c:v>
                </c:pt>
                <c:pt idx="485">
                  <c:v>-0.5059938485874215</c:v>
                </c:pt>
                <c:pt idx="486">
                  <c:v>-0.6864374876082673</c:v>
                </c:pt>
                <c:pt idx="487">
                  <c:v>-0.6806708427231188</c:v>
                </c:pt>
                <c:pt idx="488">
                  <c:v>-0.4210561354275637</c:v>
                </c:pt>
                <c:pt idx="489">
                  <c:v>0.07222664721593963</c:v>
                </c:pt>
                <c:pt idx="490">
                  <c:v>0.6952972923268921</c:v>
                </c:pt>
                <c:pt idx="491">
                  <c:v>1.2921557932902643</c:v>
                </c:pt>
                <c:pt idx="492">
                  <c:v>1.7319034270111393</c:v>
                </c:pt>
                <c:pt idx="493">
                  <c:v>1.9889980229170312</c:v>
                </c:pt>
                <c:pt idx="494">
                  <c:v>2.1470968405080613</c:v>
                </c:pt>
                <c:pt idx="495">
                  <c:v>2.3111396665376445</c:v>
                </c:pt>
                <c:pt idx="496">
                  <c:v>2.505946577673792</c:v>
                </c:pt>
                <c:pt idx="497">
                  <c:v>2.6581266037577054</c:v>
                </c:pt>
                <c:pt idx="498">
                  <c:v>2.6831804520174547</c:v>
                </c:pt>
                <c:pt idx="499">
                  <c:v>2.5957742532406014</c:v>
                </c:pt>
                <c:pt idx="500">
                  <c:v>2.52522449055787</c:v>
                </c:pt>
                <c:pt idx="501">
                  <c:v>2.602087198000753</c:v>
                </c:pt>
                <c:pt idx="502">
                  <c:v>2.818766021129216</c:v>
                </c:pt>
                <c:pt idx="503">
                  <c:v>3.0122093748910657</c:v>
                </c:pt>
                <c:pt idx="504">
                  <c:v>3.0012799315997003</c:v>
                </c:pt>
                <c:pt idx="505">
                  <c:v>2.74585130588056</c:v>
                </c:pt>
                <c:pt idx="506">
                  <c:v>2.3660614201477355</c:v>
                </c:pt>
                <c:pt idx="507">
                  <c:v>2.0080689544987593</c:v>
                </c:pt>
                <c:pt idx="508">
                  <c:v>1.7010761230570606</c:v>
                </c:pt>
                <c:pt idx="509">
                  <c:v>1.3479048269675893</c:v>
                </c:pt>
                <c:pt idx="510">
                  <c:v>0.846268820872683</c:v>
                </c:pt>
                <c:pt idx="511">
                  <c:v>0.21058308390818592</c:v>
                </c:pt>
              </c:numCache>
            </c:numRef>
          </c:yVal>
          <c:smooth val="0"/>
        </c:ser>
        <c:axId val="-2128940872"/>
        <c:axId val="-2129643912"/>
      </c:scatterChart>
      <c:valAx>
        <c:axId val="-2128940872"/>
        <c:scaling>
          <c:orientation val="minMax"/>
        </c:scaling>
        <c:delete val="0"/>
        <c:axPos val="b"/>
        <c:title>
          <c:tx>
            <c:rich>
              <a:bodyPr/>
              <a:lstStyle/>
              <a:p>
                <a:pPr>
                  <a:defRPr sz="1300"/>
                </a:pPr>
                <a:r>
                  <a:t>Time (seconds)</a:t>
                </a:r>
              </a:p>
            </c:rich>
          </c:tx>
          <c:layout/>
          <c:overlay val="0"/>
        </c:title>
        <c:numFmt formatCode="General" sourceLinked="1"/>
        <c:majorTickMark val="out"/>
        <c:minorTickMark val="none"/>
        <c:tickLblPos val="nextTo"/>
        <c:txPr>
          <a:bodyPr/>
          <a:lstStyle/>
          <a:p>
            <a:pPr>
              <a:defRPr sz="1100"/>
            </a:pPr>
          </a:p>
        </c:txPr>
        <c:crossAx val="-2129643912"/>
        <c:crosses val="autoZero"/>
        <c:crossBetween val="midCat"/>
      </c:valAx>
      <c:valAx>
        <c:axId val="-2129643912"/>
        <c:scaling>
          <c:orientation val="minMax"/>
        </c:scaling>
        <c:delete val="0"/>
        <c:axPos val="l"/>
        <c:majorGridlines/>
        <c:title>
          <c:tx>
            <c:rich>
              <a:bodyPr/>
              <a:lstStyle/>
              <a:p>
                <a:pPr>
                  <a:defRPr sz="1300"/>
                </a:pPr>
                <a:r>
                  <a:t>Amplitude (arbitrary units)</a:t>
                </a:r>
              </a:p>
            </c:rich>
          </c:tx>
          <c:layout/>
          <c:overlay val="0"/>
        </c:title>
        <c:numFmt formatCode="General" sourceLinked="1"/>
        <c:majorTickMark val="out"/>
        <c:minorTickMark val="none"/>
        <c:tickLblPos val="nextTo"/>
        <c:txPr>
          <a:bodyPr/>
          <a:lstStyle/>
          <a:p>
            <a:pPr>
              <a:defRPr sz="1100"/>
            </a:pPr>
          </a:p>
        </c:txPr>
        <c:crossAx val="-2128940872"/>
        <c:crosses val="autoZero"/>
        <c:crossBetween val="midCat"/>
      </c:valAx>
    </c:plotArea>
    <c:legend>
      <c:legendPos val="t"/>
      <c:layout/>
      <c:overlay val="1"/>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left</c:v>
                </c:pt>
              </c:strCache>
            </c:strRef>
          </c:tx>
          <c:spPr>
            <a:solidFill>
              <a:srgbClr val="087E8B"/>
            </a:solidFill>
          </c:spPr>
          <c:cat>
            <c:strRef>
              <c:f>Sheet1!$A$2:$A$3</c:f>
              <c:strCache>
                <c:ptCount val="2"/>
                <c:pt idx="0">
                  <c:v>1 ≤ f &lt; 12 Hz</c:v>
                </c:pt>
                <c:pt idx="1">
                  <c:v>12 ≤ f ≤ 40 Hz</c:v>
                </c:pt>
              </c:strCache>
            </c:strRef>
          </c:cat>
          <c:val>
            <c:numRef>
              <c:f>Sheet1!$B$2:$B$3</c:f>
              <c:numCache>
                <c:formatCode>General</c:formatCode>
                <c:ptCount val="2"/>
                <c:pt idx="0">
                  <c:v>0.03130172064900945</c:v>
                </c:pt>
                <c:pt idx="1">
                  <c:v>0.0011795997101229677</c:v>
                </c:pt>
              </c:numCache>
            </c:numRef>
          </c:val>
        </c:ser>
        <c:ser>
          <c:idx val="1"/>
          <c:order val="1"/>
          <c:tx>
            <c:strRef>
              <c:f>Sheet1!$C$1</c:f>
              <c:strCache>
                <c:ptCount val="1"/>
                <c:pt idx="0">
                  <c:v>right</c:v>
                </c:pt>
              </c:strCache>
            </c:strRef>
          </c:tx>
          <c:spPr>
            <a:solidFill>
              <a:srgbClr val="D76B50"/>
            </a:solidFill>
          </c:spPr>
          <c:cat>
            <c:strRef>
              <c:f>Sheet1!$A$2:$A$3</c:f>
              <c:strCache>
                <c:ptCount val="2"/>
                <c:pt idx="0">
                  <c:v>1 ≤ f &lt; 12 Hz</c:v>
                </c:pt>
                <c:pt idx="1">
                  <c:v>12 ≤ f ≤ 40 Hz</c:v>
                </c:pt>
              </c:strCache>
            </c:strRef>
          </c:cat>
          <c:val>
            <c:numRef>
              <c:f>Sheet1!$C$2:$C$3</c:f>
              <c:numCache>
                <c:formatCode>General</c:formatCode>
                <c:ptCount val="2"/>
                <c:pt idx="0">
                  <c:v>0.0029863661119335846</c:v>
                </c:pt>
                <c:pt idx="1">
                  <c:v>0.011562961898050738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l"/>
        <c:majorGridlines/>
        <c:title>
          <c:tx>
            <c:rich>
              <a:bodyPr/>
              <a:lstStyle/>
              <a:p>
                <a:r>
                  <a:t>Mean power (arbitrary units²)</a:t>
                </a:r>
              </a:p>
            </c:rich>
          </c:tx>
          <c:layout/>
          <c:overlay val="0"/>
        </c:title>
        <c:majorTickMark val="out"/>
        <c:minorTickMark val="none"/>
        <c:tickLblPos val="nextTo"/>
        <c:crossAx val="-2068027336"/>
        <c:crosses val="autoZero"/>
      </c:valAx>
    </c:plotArea>
    <c:legend>
      <c:legendPos val="t"/>
      <c:overlay val="1"/>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Aditya Dugar</a:t>
            </a:r>
          </a:p>
          <a:p/>
          <a:p>
            <a:r>
              <a:t>Introduce Team 2 and the Biology for Engineers experiential-learning project. Explain that the goal is to learn the software stages of a BCI without a headset. Say clearly that all displayed signals are generated and that left/right are artificial labels. The presentation moves from biology to the processing pipeline, a demonstration, and the limits of what the result proves.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All members</a:t>
            </a:r>
          </a:p>
          <a:p/>
          <a:p>
            <a:r>
              <a:t>These are assigned responsibilities, not a historical authorship claim. Each member should understand their module, rehearse the explanation, and review the associated code or evidence. Aditya frames the biology; Kushal explains signals; Prince covers filtering and limitations; Raunak covers features and learning; Vijaya demonstrates and validates; Yashas connects the case study and learning outcomes. Use this table to organize rehearsal.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Aditya Dugar</a:t>
            </a:r>
          </a:p>
          <a:p/>
          <a:p>
            <a:r>
              <a:t>Our learning question is how a noisy time-domain signal becomes a compact representation and a command. Real acquisition would require equipment and experimental controls beyond this prototype. A simulator makes the stages observable and repeatable. Explain success in terms of an understandable pipeline, reproducibility and honest boundaries, not a clinical performance target.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Aditya Dugar</a:t>
            </a:r>
          </a:p>
          <a:p/>
          <a:p>
            <a:r>
              <a:t>A real BCI measures neural activity and maps selected patterns to an output. EEG measures electrical potential differences through electrodes; it is affected by the recording setup and unwanted signal contributions. Our app does not perform that acquisition step. Make the distinction before showing any waveform so the audience does not mistake synthetic sinusoids for recordings. Hand over to Kushal to explain how the simulation replaces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Kushal Chaudhary</a:t>
            </a:r>
          </a:p>
          <a:p/>
          <a:p>
            <a:r>
              <a:t>Walk from left to right through the pipeline. Every example uses 512 samples. Filtering returns the same number of samples; feature extraction reduces that waveform to two numbers. The trained classifier maps those numbers to an artificial category. The Streamlit dashboard shows the intermediate evidence rather than hiding it behind a final label. Name NumPy, SciPy and scikit-learn as implementation tools, without treating a software library as biological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Kushal Chaudhary</a:t>
            </a:r>
          </a:p>
          <a:p/>
          <a:p>
            <a:r>
              <a:t>These native charts contain actual outputs from generate_eeg using seed 7, not stock EEG images. Left emphasizes 8 Hz and right 22 Hz. The generator adds a weaker alternate component, 0.3 Hz drift, 60 Hz interference and Gaussian noise with randomized phase and amplitude. At 256 samples per second for two seconds, the output has 512 samples. Explain that the deliberately different patterns make classification easy; a fixed seed makes the example repeatable.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Prince Jatheen Rout</a:t>
            </a:r>
          </a:p>
          <a:p/>
          <a:p>
            <a:r>
              <a:t>The chart compares the actual raw and filtered left example at seed 7. Explain the fourth-order Butterworth band-pass, represented as second-order sections. The algorithm runs forward and backward to produce zero-phase output. This uses future samples and therefore is an offline demonstration. Filtering attenuates out-of-band content but cannot distinguish an artifact inside the useful band from desired content. Edge effects are also possible in this short window.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Raunak Bothra</a:t>
            </a:r>
          </a:p>
          <a:p/>
          <a:p>
            <a:r>
              <a:t>First subtract the mean, then calculate the real FFT. For each positive-frequency bin, square the magnitude normalized by the sample count. Average those values in each band. We choose a nonoverlapping convention: 1 inclusive to 12 exclusive, then 12 through 40 inclusive. These are mean powers per FFT bin, not integrated power or a PSD. The chart uses actual processed seed-7 examples. Explain that the relative power distribution gives the classifier useful separation.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Raunak Bothra</a:t>
            </a:r>
          </a:p>
          <a:p/>
          <a:p>
            <a:r>
              <a:t>The dataset has 200 examples in each class. A fixed-seed stratified split preserves balance: 300 examples for training and 100 for testing. StandardScaler is fitted on the training split only, preventing test statistics from entering training. Logistic regression learns the separation between the two synthetic feature patterns. A local joblib artifact can be loaded later; on a fresh hosted deployment the dashboard can build a cached in-memory synthetic model. Probabilities remain model outputs, not confidence about human intent.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Vijaya Rupesh N</a:t>
            </a:r>
          </a:p>
          <a:p/>
          <a:p>
            <a:r>
              <a:t>The saved seed-42 training report contains 100 test examples: 50 per class, all correctly classified. Report the 100% figure only with the synthetic-only qualification. These classes were designed to be different, so this is not comparable to a clinical BCI result. Automated tests cover parameter validation, signal determinism, filter behavior, FFT band boundaries, dataset balance, saved models, dashboard interactions, model fallback and cursor bounds. Cite the actual local test run reported in the presenter guide.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Vijaya Rupesh N</a:t>
            </a:r>
          </a:p>
          <a:p/>
          <a:p>
            <a:r>
              <a:t>This slide is a schematic of the implemented dashboard, not a screenshot. The sidebar selects the artificial class, reproducible seed and optional cursor. The output contains a Plotly raw/filtered chart, named feature values, prediction and class scores. The displayed result retains its original seed and label until processed again. Missing local model files trigger cached in-memory synthetic training; other failures are shown as actionable errors. The synthetic-data notice is always included in the app.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Vijaya Rupesh N</a:t>
            </a:r>
          </a:p>
          <a:p/>
          <a:p>
            <a:r>
              <a:t>Before presenting, open the local dashboard or the working Streamlit deployment. Start at seed 7 with the cursor disabled. Generate left and point out the slower dominant oscillation and larger low-band feature. Generate right and compare the faster oscillation and higher upper-band feature. Enable the cursor and reset to 50: process left once for 40, then right once for 50. Changing controls alone should not move the cursor. If the network is unavailable, run locally using the command on this slide; the preceding charts provide a backup.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Yashas L Rao</a:t>
            </a:r>
          </a:p>
          <a:p/>
          <a:p>
            <a:r>
              <a:t>Keep this case study clearly separate from NeuroLink. Hochberg and colleagues reported in 2012 that two participants with tetraplegia controlled robotic reaching and grasping using implanted motor-cortex electrode arrays. This was an investigational intracortical neural-interface study, not scalp EEG. It illustrates the motivation for assistive BCI work but does not validate our classifier or simulator. Do not generalize a two-participant research demonstration to universal effectiveness. Source: https://pmc.ncbi.nlm.nih.gov/articles/PMC3640850/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Prince Jatheen Rout</a:t>
            </a:r>
          </a:p>
          <a:p/>
          <a:p>
            <a:r>
              <a:t>Use this slide to prevent overclaiming during questions. We have no measured neural signal, no verified motor-imagery label and no clinical validation. Filtering is not complete artifact removal and zero-phase filtering is not streaming. Synthetic train and test samples come from the same generator family. A future real-EEG project would require a documented licensed dataset, careful leakage controls such as subject/session separation as appropriate, and evaluation on genuinely held-out data. It would be a separate study.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Yashas L Rao</a:t>
            </a:r>
          </a:p>
          <a:p/>
          <a:p>
            <a:r>
              <a:t>Frame these as learning takeaways and a reflection plan rather than invented student testimonials. Each member should be able to explain a transformation using evidence from the app. Ask the team what changes when seed changes, why a filter cannot remove every artifact, and why a high test score can be misleading. Close by restating that the outcome is a working and testable educational signal-processing pipeline. Invite questions on either the engineering implementation or the distinction from real BCI research.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Yashas L Rao / all members</a:t>
            </a:r>
          </a:p>
          <a:p/>
          <a:p>
            <a:r>
              <a:t>Use the repository and local documentation for implementation-specific statements, and the cited primary research for the assistive case study. The class should not treat framework documentation as evidence of biological efficacy. The app deployment was reported successful by the team during setup; the deck does not claim an independent cloud availability test. Confirm the current hosted link from the repository About section before the presentation.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pmc.ncbi.nlm.nih.gov/articles/PMC3640850/" TargetMode="External"/><Relationship Id="rId4" Type="http://schemas.openxmlformats.org/officeDocument/2006/relationships/hyperlink" Target="https://github.com/CoBrIX44/neurolink-bci-simulator" TargetMode="External"/><Relationship Id="rId5" Type="http://schemas.openxmlformats.org/officeDocument/2006/relationships/hyperlink" Target="https://docs.scipy.org/doc/scipy/reference/signal.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NeuroLink</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An educational brain–computer interface simulator</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01</a:t>
            </a:r>
          </a:p>
        </p:txBody>
      </p:sp>
      <p:sp>
        <p:nvSpPr>
          <p:cNvPr id="9" name="Rectangle 8"/>
          <p:cNvSpPr/>
          <p:nvPr/>
        </p:nvSpPr>
        <p:spPr>
          <a:xfrm>
            <a:off x="548640" y="2194560"/>
            <a:ext cx="6858000" cy="3401568"/>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532888"/>
            <a:ext cx="6309360" cy="1554480"/>
          </a:xfrm>
          <a:prstGeom prst="rect">
            <a:avLst/>
          </a:prstGeom>
          <a:noFill/>
        </p:spPr>
        <p:txBody>
          <a:bodyPr wrap="square" lIns="27432" rIns="27432" tIns="18288" bIns="18288">
            <a:spAutoFit/>
          </a:bodyPr>
          <a:lstStyle/>
          <a:p>
            <a:pPr>
              <a:spcAft>
                <a:spcPts val="600"/>
              </a:spcAft>
              <a:defRPr sz="3500" b="1">
                <a:solidFill>
                  <a:srgbClr val="FFFFFF"/>
                </a:solidFill>
                <a:latin typeface="Arial"/>
              </a:defRPr>
            </a:pPr>
            <a:r>
              <a:t>From a noisy waveform</a:t>
            </a:r>
          </a:p>
          <a:p>
            <a:pPr>
              <a:spcAft>
                <a:spcPts val="600"/>
              </a:spcAft>
              <a:defRPr sz="3500" b="1">
                <a:solidFill>
                  <a:srgbClr val="FFFFFF"/>
                </a:solidFill>
                <a:latin typeface="Arial"/>
              </a:defRPr>
            </a:pPr>
            <a:r>
              <a:t>to an artificial command</a:t>
            </a:r>
          </a:p>
        </p:txBody>
      </p:sp>
      <p:sp>
        <p:nvSpPr>
          <p:cNvPr id="11" name="TextBox 10"/>
          <p:cNvSpPr txBox="1"/>
          <p:nvPr/>
        </p:nvSpPr>
        <p:spPr>
          <a:xfrm>
            <a:off x="850392" y="4608576"/>
            <a:ext cx="6217920" cy="640080"/>
          </a:xfrm>
          <a:prstGeom prst="rect">
            <a:avLst/>
          </a:prstGeom>
          <a:noFill/>
        </p:spPr>
        <p:txBody>
          <a:bodyPr wrap="square" lIns="27432" rIns="27432" tIns="18288" bIns="18288">
            <a:spAutoFit/>
          </a:bodyPr>
          <a:lstStyle/>
          <a:p>
            <a:pPr>
              <a:spcAft>
                <a:spcPts val="600"/>
              </a:spcAft>
              <a:defRPr sz="2000" b="0">
                <a:solidFill>
                  <a:srgbClr val="80D7DA"/>
                </a:solidFill>
                <a:latin typeface="Arial"/>
              </a:defRPr>
            </a:pPr>
            <a:r>
              <a:t>Generate → Filter → Extract → Classify → Visualize</a:t>
            </a:r>
          </a:p>
        </p:txBody>
      </p:sp>
      <p:sp>
        <p:nvSpPr>
          <p:cNvPr id="12" name="TextBox 11"/>
          <p:cNvSpPr txBox="1"/>
          <p:nvPr/>
        </p:nvSpPr>
        <p:spPr>
          <a:xfrm>
            <a:off x="7863840" y="2560320"/>
            <a:ext cx="3657600" cy="365760"/>
          </a:xfrm>
          <a:prstGeom prst="rect">
            <a:avLst/>
          </a:prstGeom>
          <a:noFill/>
        </p:spPr>
        <p:txBody>
          <a:bodyPr wrap="square" lIns="27432" rIns="27432" tIns="18288" bIns="18288">
            <a:spAutoFit/>
          </a:bodyPr>
          <a:lstStyle/>
          <a:p>
            <a:pPr>
              <a:spcAft>
                <a:spcPts val="600"/>
              </a:spcAft>
              <a:defRPr sz="1700" b="1">
                <a:solidFill>
                  <a:srgbClr val="087E8B"/>
                </a:solidFill>
                <a:latin typeface="Arial"/>
              </a:defRPr>
            </a:pPr>
            <a:r>
              <a:t>EXPERIENTIAL LEARNING</a:t>
            </a:r>
          </a:p>
        </p:txBody>
      </p:sp>
      <p:sp>
        <p:nvSpPr>
          <p:cNvPr id="13" name="TextBox 12"/>
          <p:cNvSpPr txBox="1"/>
          <p:nvPr/>
        </p:nvSpPr>
        <p:spPr>
          <a:xfrm>
            <a:off x="7863840" y="3154680"/>
            <a:ext cx="3657600" cy="1737360"/>
          </a:xfrm>
          <a:prstGeom prst="rect">
            <a:avLst/>
          </a:prstGeom>
          <a:noFill/>
        </p:spPr>
        <p:txBody>
          <a:bodyPr wrap="square" lIns="27432" rIns="27432" tIns="18288" bIns="18288">
            <a:spAutoFit/>
          </a:bodyPr>
          <a:lstStyle/>
          <a:p>
            <a:pPr>
              <a:spcAft>
                <a:spcPts val="600"/>
              </a:spcAft>
              <a:defRPr sz="2500" b="0">
                <a:solidFill>
                  <a:srgbClr val="16313B"/>
                </a:solidFill>
                <a:latin typeface="Arial"/>
              </a:defRPr>
            </a:pPr>
            <a:r>
              <a:t>Team No. 2</a:t>
            </a:r>
          </a:p>
          <a:p>
            <a:pPr>
              <a:spcAft>
                <a:spcPts val="600"/>
              </a:spcAft>
              <a:defRPr sz="2500" b="0">
                <a:solidFill>
                  <a:srgbClr val="16313B"/>
                </a:solidFill>
                <a:latin typeface="Arial"/>
              </a:defRPr>
            </a:pPr>
            <a:r>
              <a:t>Class: CE-SE-A</a:t>
            </a:r>
          </a:p>
          <a:p>
            <a:pPr>
              <a:spcAft>
                <a:spcPts val="600"/>
              </a:spcAft>
              <a:defRPr sz="2500" b="0">
                <a:solidFill>
                  <a:srgbClr val="16313B"/>
                </a:solidFill>
                <a:latin typeface="Arial"/>
              </a:defRPr>
            </a:pPr>
            <a:r>
              <a:t>Biology for Engineers</a:t>
            </a:r>
          </a:p>
        </p:txBody>
      </p:sp>
      <p:sp>
        <p:nvSpPr>
          <p:cNvPr id="14" name="Rectangle 13"/>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Educational prototype using simulated EEG-like signals — not live brain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Team 2 · contribution &amp; presentation plan</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Assigned responsibilities for preparation, explanation and demonstration</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02</a:t>
            </a:r>
          </a:p>
        </p:txBody>
      </p:sp>
      <p:sp>
        <p:nvSpPr>
          <p:cNvPr id="9" name="TextBox 8"/>
          <p:cNvSpPr txBox="1"/>
          <p:nvPr/>
        </p:nvSpPr>
        <p:spPr>
          <a:xfrm>
            <a:off x="640080" y="2048256"/>
            <a:ext cx="2194560" cy="32004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MEMBER</a:t>
            </a:r>
          </a:p>
        </p:txBody>
      </p:sp>
      <p:sp>
        <p:nvSpPr>
          <p:cNvPr id="10" name="TextBox 9"/>
          <p:cNvSpPr txBox="1"/>
          <p:nvPr/>
        </p:nvSpPr>
        <p:spPr>
          <a:xfrm>
            <a:off x="2926080" y="2048256"/>
            <a:ext cx="2011680" cy="32004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STUDENT ID</a:t>
            </a:r>
          </a:p>
        </p:txBody>
      </p:sp>
      <p:sp>
        <p:nvSpPr>
          <p:cNvPr id="11" name="TextBox 10"/>
          <p:cNvSpPr txBox="1"/>
          <p:nvPr/>
        </p:nvSpPr>
        <p:spPr>
          <a:xfrm>
            <a:off x="5029200" y="2048256"/>
            <a:ext cx="5120640" cy="32004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RESPONSIBILITY</a:t>
            </a:r>
          </a:p>
        </p:txBody>
      </p:sp>
      <p:sp>
        <p:nvSpPr>
          <p:cNvPr id="12" name="TextBox 11"/>
          <p:cNvSpPr txBox="1"/>
          <p:nvPr/>
        </p:nvSpPr>
        <p:spPr>
          <a:xfrm>
            <a:off x="10332720" y="2048256"/>
            <a:ext cx="1097280" cy="32004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SLIDES</a:t>
            </a:r>
          </a:p>
        </p:txBody>
      </p:sp>
      <p:sp>
        <p:nvSpPr>
          <p:cNvPr id="13" name="Rectangle 12"/>
          <p:cNvSpPr/>
          <p:nvPr/>
        </p:nvSpPr>
        <p:spPr>
          <a:xfrm>
            <a:off x="566928" y="2551176"/>
            <a:ext cx="1101852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87752"/>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Aditya Dugar</a:t>
            </a:r>
          </a:p>
        </p:txBody>
      </p:sp>
      <p:sp>
        <p:nvSpPr>
          <p:cNvPr id="15" name="TextBox 14"/>
          <p:cNvSpPr txBox="1"/>
          <p:nvPr/>
        </p:nvSpPr>
        <p:spPr>
          <a:xfrm>
            <a:off x="2926080" y="2587752"/>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25BRTSN003</a:t>
            </a:r>
          </a:p>
        </p:txBody>
      </p:sp>
      <p:sp>
        <p:nvSpPr>
          <p:cNvPr id="16" name="TextBox 15"/>
          <p:cNvSpPr txBox="1"/>
          <p:nvPr/>
        </p:nvSpPr>
        <p:spPr>
          <a:xfrm>
            <a:off x="5029200" y="2587752"/>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Biology, motivation &amp; introduction</a:t>
            </a:r>
          </a:p>
        </p:txBody>
      </p:sp>
      <p:sp>
        <p:nvSpPr>
          <p:cNvPr id="17" name="TextBox 16"/>
          <p:cNvSpPr txBox="1"/>
          <p:nvPr/>
        </p:nvSpPr>
        <p:spPr>
          <a:xfrm>
            <a:off x="10332720" y="2587752"/>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1, 3–4</a:t>
            </a:r>
          </a:p>
        </p:txBody>
      </p:sp>
      <p:sp>
        <p:nvSpPr>
          <p:cNvPr id="18" name="TextBox 17"/>
          <p:cNvSpPr txBox="1"/>
          <p:nvPr/>
        </p:nvSpPr>
        <p:spPr>
          <a:xfrm>
            <a:off x="640080" y="3099816"/>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Kushal Chaudhary</a:t>
            </a:r>
          </a:p>
        </p:txBody>
      </p:sp>
      <p:sp>
        <p:nvSpPr>
          <p:cNvPr id="19" name="TextBox 18"/>
          <p:cNvSpPr txBox="1"/>
          <p:nvPr/>
        </p:nvSpPr>
        <p:spPr>
          <a:xfrm>
            <a:off x="2926080" y="3099816"/>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25BTRSN025</a:t>
            </a:r>
          </a:p>
        </p:txBody>
      </p:sp>
      <p:sp>
        <p:nvSpPr>
          <p:cNvPr id="20" name="TextBox 19"/>
          <p:cNvSpPr txBox="1"/>
          <p:nvPr/>
        </p:nvSpPr>
        <p:spPr>
          <a:xfrm>
            <a:off x="5029200" y="3099816"/>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Acquisition concepts &amp; synthetic signals</a:t>
            </a:r>
          </a:p>
        </p:txBody>
      </p:sp>
      <p:sp>
        <p:nvSpPr>
          <p:cNvPr id="21" name="TextBox 20"/>
          <p:cNvSpPr txBox="1"/>
          <p:nvPr/>
        </p:nvSpPr>
        <p:spPr>
          <a:xfrm>
            <a:off x="10332720" y="3099816"/>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5–6</a:t>
            </a:r>
          </a:p>
        </p:txBody>
      </p:sp>
      <p:sp>
        <p:nvSpPr>
          <p:cNvPr id="22" name="Rectangle 21"/>
          <p:cNvSpPr/>
          <p:nvPr/>
        </p:nvSpPr>
        <p:spPr>
          <a:xfrm>
            <a:off x="566928" y="3575304"/>
            <a:ext cx="1101852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611880"/>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Prince Jatheen Rout</a:t>
            </a:r>
          </a:p>
        </p:txBody>
      </p:sp>
      <p:sp>
        <p:nvSpPr>
          <p:cNvPr id="24" name="TextBox 23"/>
          <p:cNvSpPr txBox="1"/>
          <p:nvPr/>
        </p:nvSpPr>
        <p:spPr>
          <a:xfrm>
            <a:off x="2926080" y="3611880"/>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25BTRSN034</a:t>
            </a:r>
          </a:p>
        </p:txBody>
      </p:sp>
      <p:sp>
        <p:nvSpPr>
          <p:cNvPr id="25" name="TextBox 24"/>
          <p:cNvSpPr txBox="1"/>
          <p:nvPr/>
        </p:nvSpPr>
        <p:spPr>
          <a:xfrm>
            <a:off x="5029200" y="3611880"/>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Filtering, artifacts &amp; scientific limits</a:t>
            </a:r>
          </a:p>
        </p:txBody>
      </p:sp>
      <p:sp>
        <p:nvSpPr>
          <p:cNvPr id="26" name="TextBox 25"/>
          <p:cNvSpPr txBox="1"/>
          <p:nvPr/>
        </p:nvSpPr>
        <p:spPr>
          <a:xfrm>
            <a:off x="10332720" y="3611880"/>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7, 14</a:t>
            </a:r>
          </a:p>
        </p:txBody>
      </p:sp>
      <p:sp>
        <p:nvSpPr>
          <p:cNvPr id="27" name="TextBox 26"/>
          <p:cNvSpPr txBox="1"/>
          <p:nvPr/>
        </p:nvSpPr>
        <p:spPr>
          <a:xfrm>
            <a:off x="640080" y="4123944"/>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Raunak Bothra</a:t>
            </a:r>
          </a:p>
        </p:txBody>
      </p:sp>
      <p:sp>
        <p:nvSpPr>
          <p:cNvPr id="28" name="TextBox 27"/>
          <p:cNvSpPr txBox="1"/>
          <p:nvPr/>
        </p:nvSpPr>
        <p:spPr>
          <a:xfrm>
            <a:off x="2926080" y="4123944"/>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25BTRSN037</a:t>
            </a:r>
          </a:p>
        </p:txBody>
      </p:sp>
      <p:sp>
        <p:nvSpPr>
          <p:cNvPr id="29" name="TextBox 28"/>
          <p:cNvSpPr txBox="1"/>
          <p:nvPr/>
        </p:nvSpPr>
        <p:spPr>
          <a:xfrm>
            <a:off x="5029200" y="4123944"/>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Features &amp; machine-learning pipeline</a:t>
            </a:r>
          </a:p>
        </p:txBody>
      </p:sp>
      <p:sp>
        <p:nvSpPr>
          <p:cNvPr id="30" name="TextBox 29"/>
          <p:cNvSpPr txBox="1"/>
          <p:nvPr/>
        </p:nvSpPr>
        <p:spPr>
          <a:xfrm>
            <a:off x="10332720" y="4123944"/>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8–9</a:t>
            </a:r>
          </a:p>
        </p:txBody>
      </p:sp>
      <p:sp>
        <p:nvSpPr>
          <p:cNvPr id="31" name="Rectangle 30"/>
          <p:cNvSpPr/>
          <p:nvPr/>
        </p:nvSpPr>
        <p:spPr>
          <a:xfrm>
            <a:off x="566928" y="4599432"/>
            <a:ext cx="1101852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636008"/>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Vijaya Rupesh N</a:t>
            </a:r>
          </a:p>
        </p:txBody>
      </p:sp>
      <p:sp>
        <p:nvSpPr>
          <p:cNvPr id="33" name="TextBox 32"/>
          <p:cNvSpPr txBox="1"/>
          <p:nvPr/>
        </p:nvSpPr>
        <p:spPr>
          <a:xfrm>
            <a:off x="2926080" y="4636008"/>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25BTRSN053</a:t>
            </a:r>
          </a:p>
        </p:txBody>
      </p:sp>
      <p:sp>
        <p:nvSpPr>
          <p:cNvPr id="34" name="TextBox 33"/>
          <p:cNvSpPr txBox="1"/>
          <p:nvPr/>
        </p:nvSpPr>
        <p:spPr>
          <a:xfrm>
            <a:off x="5029200" y="4636008"/>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Validation, dashboard &amp; live demo</a:t>
            </a:r>
          </a:p>
        </p:txBody>
      </p:sp>
      <p:sp>
        <p:nvSpPr>
          <p:cNvPr id="35" name="TextBox 34"/>
          <p:cNvSpPr txBox="1"/>
          <p:nvPr/>
        </p:nvSpPr>
        <p:spPr>
          <a:xfrm>
            <a:off x="10332720" y="4636008"/>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10–12</a:t>
            </a:r>
          </a:p>
        </p:txBody>
      </p:sp>
      <p:sp>
        <p:nvSpPr>
          <p:cNvPr id="36" name="TextBox 35"/>
          <p:cNvSpPr txBox="1"/>
          <p:nvPr/>
        </p:nvSpPr>
        <p:spPr>
          <a:xfrm>
            <a:off x="640080" y="5148072"/>
            <a:ext cx="219456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Yashas L Rao</a:t>
            </a:r>
          </a:p>
        </p:txBody>
      </p:sp>
      <p:sp>
        <p:nvSpPr>
          <p:cNvPr id="37" name="TextBox 36"/>
          <p:cNvSpPr txBox="1"/>
          <p:nvPr/>
        </p:nvSpPr>
        <p:spPr>
          <a:xfrm>
            <a:off x="2926080" y="5148072"/>
            <a:ext cx="201168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25BTRSN055</a:t>
            </a:r>
          </a:p>
        </p:txBody>
      </p:sp>
      <p:sp>
        <p:nvSpPr>
          <p:cNvPr id="38" name="TextBox 37"/>
          <p:cNvSpPr txBox="1"/>
          <p:nvPr/>
        </p:nvSpPr>
        <p:spPr>
          <a:xfrm>
            <a:off x="5029200" y="5148072"/>
            <a:ext cx="512064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Assistive-tech case study &amp; learning review</a:t>
            </a:r>
          </a:p>
        </p:txBody>
      </p:sp>
      <p:sp>
        <p:nvSpPr>
          <p:cNvPr id="39" name="TextBox 38"/>
          <p:cNvSpPr txBox="1"/>
          <p:nvPr/>
        </p:nvSpPr>
        <p:spPr>
          <a:xfrm>
            <a:off x="10332720" y="5148072"/>
            <a:ext cx="1188720" cy="457200"/>
          </a:xfrm>
          <a:prstGeom prst="rect">
            <a:avLst/>
          </a:prstGeom>
          <a:noFill/>
        </p:spPr>
        <p:txBody>
          <a:bodyPr wrap="square" lIns="27432" rIns="27432" tIns="18288" bIns="18288">
            <a:spAutoFit/>
          </a:bodyPr>
          <a:lstStyle/>
          <a:p>
            <a:pPr>
              <a:spcAft>
                <a:spcPts val="600"/>
              </a:spcAft>
              <a:defRPr sz="1600" b="0">
                <a:solidFill>
                  <a:srgbClr val="16313B"/>
                </a:solidFill>
                <a:latin typeface="Arial"/>
              </a:defRPr>
            </a:pPr>
            <a:r>
              <a:t>13, 15–16</a:t>
            </a:r>
          </a:p>
        </p:txBody>
      </p:sp>
      <p:sp>
        <p:nvSpPr>
          <p:cNvPr id="40" name="TextBox 39"/>
          <p:cNvSpPr txBox="1"/>
          <p:nvPr/>
        </p:nvSpPr>
        <p:spPr>
          <a:xfrm>
            <a:off x="640080" y="5797296"/>
            <a:ext cx="10972800" cy="365760"/>
          </a:xfrm>
          <a:prstGeom prst="rect">
            <a:avLst/>
          </a:prstGeom>
          <a:noFill/>
        </p:spPr>
        <p:txBody>
          <a:bodyPr wrap="square" lIns="27432" rIns="27432" tIns="18288" bIns="18288">
            <a:spAutoFit/>
          </a:bodyPr>
          <a:lstStyle/>
          <a:p>
            <a:pPr>
              <a:spcAft>
                <a:spcPts val="600"/>
              </a:spcAft>
              <a:defRPr sz="1300" b="0">
                <a:solidFill>
                  <a:srgbClr val="526A72"/>
                </a:solidFill>
                <a:latin typeface="Arial"/>
              </a:defRPr>
            </a:pPr>
            <a:r>
              <a:t>Shared: integration review, rehearsal and questions. Roles are a proposed allocation, not verified individual authorship.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The learning challenge</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How does a waveform become a usable command?</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03</a:t>
            </a:r>
          </a:p>
        </p:txBody>
      </p:sp>
      <p:sp>
        <p:nvSpPr>
          <p:cNvPr id="9" name="Rectangle 8"/>
          <p:cNvSpPr/>
          <p:nvPr/>
        </p:nvSpPr>
        <p:spPr>
          <a:xfrm>
            <a:off x="594360" y="228600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286000"/>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505456"/>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Observe</a:t>
            </a:r>
          </a:p>
        </p:txBody>
      </p:sp>
      <p:sp>
        <p:nvSpPr>
          <p:cNvPr id="12" name="TextBox 11"/>
          <p:cNvSpPr txBox="1"/>
          <p:nvPr/>
        </p:nvSpPr>
        <p:spPr>
          <a:xfrm>
            <a:off x="777240" y="321868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Compare raw and filtered signals using the same time axis.</a:t>
            </a:r>
          </a:p>
        </p:txBody>
      </p:sp>
      <p:sp>
        <p:nvSpPr>
          <p:cNvPr id="13" name="Rectangle 12"/>
          <p:cNvSpPr/>
          <p:nvPr/>
        </p:nvSpPr>
        <p:spPr>
          <a:xfrm>
            <a:off x="4343400" y="228600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286000"/>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505456"/>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Measure</a:t>
            </a:r>
          </a:p>
        </p:txBody>
      </p:sp>
      <p:sp>
        <p:nvSpPr>
          <p:cNvPr id="16" name="TextBox 15"/>
          <p:cNvSpPr txBox="1"/>
          <p:nvPr/>
        </p:nvSpPr>
        <p:spPr>
          <a:xfrm>
            <a:off x="4526280" y="321868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Extract two named frequency-band features from each example.</a:t>
            </a:r>
          </a:p>
        </p:txBody>
      </p:sp>
      <p:sp>
        <p:nvSpPr>
          <p:cNvPr id="17" name="Rectangle 16"/>
          <p:cNvSpPr/>
          <p:nvPr/>
        </p:nvSpPr>
        <p:spPr>
          <a:xfrm>
            <a:off x="8092440" y="228600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286000"/>
            <a:ext cx="3520440" cy="64008"/>
          </a:xfrm>
          <a:prstGeom prst="rect">
            <a:avLst/>
          </a:prstGeom>
          <a:solidFill>
            <a:srgbClr val="D76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2505456"/>
            <a:ext cx="3154680" cy="594360"/>
          </a:xfrm>
          <a:prstGeom prst="rect">
            <a:avLst/>
          </a:prstGeom>
          <a:noFill/>
        </p:spPr>
        <p:txBody>
          <a:bodyPr wrap="square" lIns="27432" rIns="27432" tIns="18288" bIns="18288">
            <a:spAutoFit/>
          </a:bodyPr>
          <a:lstStyle/>
          <a:p>
            <a:pPr>
              <a:spcAft>
                <a:spcPts val="600"/>
              </a:spcAft>
              <a:defRPr sz="2400" b="1">
                <a:solidFill>
                  <a:srgbClr val="D76B50"/>
                </a:solidFill>
                <a:latin typeface="Arial"/>
              </a:defRPr>
            </a:pPr>
            <a:r>
              <a:t>Interpret</a:t>
            </a:r>
          </a:p>
        </p:txBody>
      </p:sp>
      <p:sp>
        <p:nvSpPr>
          <p:cNvPr id="20" name="TextBox 19"/>
          <p:cNvSpPr txBox="1"/>
          <p:nvPr/>
        </p:nvSpPr>
        <p:spPr>
          <a:xfrm>
            <a:off x="8275319" y="321868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Classify generated patterns and explain what the output can—and cannot—mean.</a:t>
            </a:r>
          </a:p>
        </p:txBody>
      </p:sp>
      <p:sp>
        <p:nvSpPr>
          <p:cNvPr id="21" name="Rectangle 20"/>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Learning objective: explain each transformation, then test its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Biology first: what a BCI measures</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Neural activity → measurement → signal processing → external output</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04</a:t>
            </a:r>
          </a:p>
        </p:txBody>
      </p:sp>
      <p:sp>
        <p:nvSpPr>
          <p:cNvPr id="9" name="Rectangle 8"/>
          <p:cNvSpPr/>
          <p:nvPr/>
        </p:nvSpPr>
        <p:spPr>
          <a:xfrm>
            <a:off x="640080" y="2240280"/>
            <a:ext cx="53492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40280"/>
            <a:ext cx="53492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59736"/>
            <a:ext cx="4983479"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Real EEG pathway</a:t>
            </a:r>
          </a:p>
        </p:txBody>
      </p:sp>
      <p:sp>
        <p:nvSpPr>
          <p:cNvPr id="12" name="TextBox 11"/>
          <p:cNvSpPr txBox="1"/>
          <p:nvPr/>
        </p:nvSpPr>
        <p:spPr>
          <a:xfrm>
            <a:off x="822959" y="3172968"/>
            <a:ext cx="4983479"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Electrodes record voltage differences.</a:t>
            </a:r>
          </a:p>
          <a:p>
            <a:pPr>
              <a:spcAft>
                <a:spcPts val="600"/>
              </a:spcAft>
              <a:defRPr sz="2100" b="0">
                <a:solidFill>
                  <a:srgbClr val="16313B"/>
                </a:solidFill>
                <a:latin typeface="Arial"/>
              </a:defRPr>
            </a:pPr>
            <a:r>
              <a:t>Signals vary across people and sessions.</a:t>
            </a:r>
          </a:p>
          <a:p>
            <a:pPr>
              <a:spcAft>
                <a:spcPts val="600"/>
              </a:spcAft>
              <a:defRPr sz="2100" b="0">
                <a:solidFill>
                  <a:srgbClr val="16313B"/>
                </a:solidFill>
                <a:latin typeface="Arial"/>
              </a:defRPr>
            </a:pPr>
            <a:r>
              <a:t>Eye, muscle and motion activity can affect recordings.</a:t>
            </a:r>
          </a:p>
        </p:txBody>
      </p:sp>
      <p:sp>
        <p:nvSpPr>
          <p:cNvPr id="13" name="Rectangle 12"/>
          <p:cNvSpPr/>
          <p:nvPr/>
        </p:nvSpPr>
        <p:spPr>
          <a:xfrm>
            <a:off x="6217920" y="2240280"/>
            <a:ext cx="53492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240280"/>
            <a:ext cx="5349240" cy="64008"/>
          </a:xfrm>
          <a:prstGeom prst="rect">
            <a:avLst/>
          </a:prstGeom>
          <a:solidFill>
            <a:srgbClr val="D76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459736"/>
            <a:ext cx="4983479" cy="594360"/>
          </a:xfrm>
          <a:prstGeom prst="rect">
            <a:avLst/>
          </a:prstGeom>
          <a:noFill/>
        </p:spPr>
        <p:txBody>
          <a:bodyPr wrap="square" lIns="27432" rIns="27432" tIns="18288" bIns="18288">
            <a:spAutoFit/>
          </a:bodyPr>
          <a:lstStyle/>
          <a:p>
            <a:pPr>
              <a:spcAft>
                <a:spcPts val="600"/>
              </a:spcAft>
              <a:defRPr sz="2400" b="1">
                <a:solidFill>
                  <a:srgbClr val="D76B50"/>
                </a:solidFill>
                <a:latin typeface="Arial"/>
              </a:defRPr>
            </a:pPr>
            <a:r>
              <a:t>Our educational substitution</a:t>
            </a:r>
          </a:p>
        </p:txBody>
      </p:sp>
      <p:sp>
        <p:nvSpPr>
          <p:cNvPr id="16" name="TextBox 15"/>
          <p:cNvSpPr txBox="1"/>
          <p:nvPr/>
        </p:nvSpPr>
        <p:spPr>
          <a:xfrm>
            <a:off x="6400800" y="3172968"/>
            <a:ext cx="4983479"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Python generates a waveform.</a:t>
            </a:r>
          </a:p>
          <a:p>
            <a:pPr>
              <a:spcAft>
                <a:spcPts val="600"/>
              </a:spcAft>
              <a:defRPr sz="2100" b="0">
                <a:solidFill>
                  <a:srgbClr val="16313B"/>
                </a:solidFill>
                <a:latin typeface="Arial"/>
              </a:defRPr>
            </a:pPr>
            <a:r>
              <a:t>Amplitude uses arbitrary units.</a:t>
            </a:r>
          </a:p>
          <a:p>
            <a:pPr>
              <a:spcAft>
                <a:spcPts val="600"/>
              </a:spcAft>
              <a:defRPr sz="2100" b="0">
                <a:solidFill>
                  <a:srgbClr val="16313B"/>
                </a:solidFill>
                <a:latin typeface="Arial"/>
              </a:defRPr>
            </a:pPr>
            <a:r>
              <a:t>No headset, human participant or recorded EEG is involved.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The complete software pipeline</a:t>
            </a:r>
          </a:p>
        </p:txBody>
      </p:sp>
      <p:sp>
        <p:nvSpPr>
          <p:cNvPr id="5" name="Rectangle 4"/>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7" name="TextBox 6"/>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05</a:t>
            </a:r>
          </a:p>
        </p:txBody>
      </p:sp>
      <p:sp>
        <p:nvSpPr>
          <p:cNvPr id="8" name="Rectangle 7"/>
          <p:cNvSpPr/>
          <p:nvPr/>
        </p:nvSpPr>
        <p:spPr>
          <a:xfrm>
            <a:off x="640080" y="2423160"/>
            <a:ext cx="2121408"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606040"/>
            <a:ext cx="1737360" cy="50292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01</a:t>
            </a:r>
          </a:p>
        </p:txBody>
      </p:sp>
      <p:sp>
        <p:nvSpPr>
          <p:cNvPr id="10" name="TextBox 9"/>
          <p:cNvSpPr txBox="1"/>
          <p:nvPr/>
        </p:nvSpPr>
        <p:spPr>
          <a:xfrm>
            <a:off x="822959" y="3337560"/>
            <a:ext cx="1783080" cy="50292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Generate</a:t>
            </a:r>
          </a:p>
        </p:txBody>
      </p:sp>
      <p:sp>
        <p:nvSpPr>
          <p:cNvPr id="11" name="TextBox 10"/>
          <p:cNvSpPr txBox="1"/>
          <p:nvPr/>
        </p:nvSpPr>
        <p:spPr>
          <a:xfrm>
            <a:off x="822959" y="4059936"/>
            <a:ext cx="1783080" cy="411480"/>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512 samples</a:t>
            </a:r>
          </a:p>
        </p:txBody>
      </p:sp>
      <p:sp>
        <p:nvSpPr>
          <p:cNvPr id="12" name="Rectangle 11"/>
          <p:cNvSpPr/>
          <p:nvPr/>
        </p:nvSpPr>
        <p:spPr>
          <a:xfrm>
            <a:off x="2944368" y="2423160"/>
            <a:ext cx="2121408"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27248" y="2606040"/>
            <a:ext cx="1737360" cy="50292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02</a:t>
            </a:r>
          </a:p>
        </p:txBody>
      </p:sp>
      <p:sp>
        <p:nvSpPr>
          <p:cNvPr id="14" name="TextBox 13"/>
          <p:cNvSpPr txBox="1"/>
          <p:nvPr/>
        </p:nvSpPr>
        <p:spPr>
          <a:xfrm>
            <a:off x="3127248" y="3337560"/>
            <a:ext cx="1783080" cy="50292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Filter</a:t>
            </a:r>
          </a:p>
        </p:txBody>
      </p:sp>
      <p:sp>
        <p:nvSpPr>
          <p:cNvPr id="15" name="TextBox 14"/>
          <p:cNvSpPr txBox="1"/>
          <p:nvPr/>
        </p:nvSpPr>
        <p:spPr>
          <a:xfrm>
            <a:off x="3127248" y="4059936"/>
            <a:ext cx="1783080" cy="411480"/>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1–40 Hz</a:t>
            </a:r>
          </a:p>
        </p:txBody>
      </p:sp>
      <p:sp>
        <p:nvSpPr>
          <p:cNvPr id="16" name="Rectangle 15"/>
          <p:cNvSpPr/>
          <p:nvPr/>
        </p:nvSpPr>
        <p:spPr>
          <a:xfrm>
            <a:off x="5248656" y="2423160"/>
            <a:ext cx="2121408"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31536" y="2606040"/>
            <a:ext cx="1737360" cy="50292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03</a:t>
            </a:r>
          </a:p>
        </p:txBody>
      </p:sp>
      <p:sp>
        <p:nvSpPr>
          <p:cNvPr id="18" name="TextBox 17"/>
          <p:cNvSpPr txBox="1"/>
          <p:nvPr/>
        </p:nvSpPr>
        <p:spPr>
          <a:xfrm>
            <a:off x="5431536" y="3337560"/>
            <a:ext cx="1783080" cy="50292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Extract</a:t>
            </a:r>
          </a:p>
        </p:txBody>
      </p:sp>
      <p:sp>
        <p:nvSpPr>
          <p:cNvPr id="19" name="TextBox 18"/>
          <p:cNvSpPr txBox="1"/>
          <p:nvPr/>
        </p:nvSpPr>
        <p:spPr>
          <a:xfrm>
            <a:off x="5431536" y="4059936"/>
            <a:ext cx="1783080" cy="411480"/>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2 features</a:t>
            </a:r>
          </a:p>
        </p:txBody>
      </p:sp>
      <p:sp>
        <p:nvSpPr>
          <p:cNvPr id="20" name="Rectangle 19"/>
          <p:cNvSpPr/>
          <p:nvPr/>
        </p:nvSpPr>
        <p:spPr>
          <a:xfrm>
            <a:off x="7552944" y="2423160"/>
            <a:ext cx="2121408"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35823" y="2606040"/>
            <a:ext cx="1737360" cy="50292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04</a:t>
            </a:r>
          </a:p>
        </p:txBody>
      </p:sp>
      <p:sp>
        <p:nvSpPr>
          <p:cNvPr id="22" name="TextBox 21"/>
          <p:cNvSpPr txBox="1"/>
          <p:nvPr/>
        </p:nvSpPr>
        <p:spPr>
          <a:xfrm>
            <a:off x="7735823" y="3337560"/>
            <a:ext cx="1783080" cy="50292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Classify</a:t>
            </a:r>
          </a:p>
        </p:txBody>
      </p:sp>
      <p:sp>
        <p:nvSpPr>
          <p:cNvPr id="23" name="TextBox 22"/>
          <p:cNvSpPr txBox="1"/>
          <p:nvPr/>
        </p:nvSpPr>
        <p:spPr>
          <a:xfrm>
            <a:off x="7735823" y="4059936"/>
            <a:ext cx="1783080" cy="411480"/>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left / right</a:t>
            </a:r>
          </a:p>
        </p:txBody>
      </p:sp>
      <p:sp>
        <p:nvSpPr>
          <p:cNvPr id="24" name="Rectangle 23"/>
          <p:cNvSpPr/>
          <p:nvPr/>
        </p:nvSpPr>
        <p:spPr>
          <a:xfrm>
            <a:off x="9857232" y="2423160"/>
            <a:ext cx="2121408"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40111" y="2606040"/>
            <a:ext cx="1737360" cy="50292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05</a:t>
            </a:r>
          </a:p>
        </p:txBody>
      </p:sp>
      <p:sp>
        <p:nvSpPr>
          <p:cNvPr id="26" name="TextBox 25"/>
          <p:cNvSpPr txBox="1"/>
          <p:nvPr/>
        </p:nvSpPr>
        <p:spPr>
          <a:xfrm>
            <a:off x="10040111" y="3337560"/>
            <a:ext cx="1783080" cy="50292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Display</a:t>
            </a:r>
          </a:p>
        </p:txBody>
      </p:sp>
      <p:sp>
        <p:nvSpPr>
          <p:cNvPr id="27" name="TextBox 26"/>
          <p:cNvSpPr txBox="1"/>
          <p:nvPr/>
        </p:nvSpPr>
        <p:spPr>
          <a:xfrm>
            <a:off x="10040111" y="4059936"/>
            <a:ext cx="1783080" cy="411480"/>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plots + cursor</a:t>
            </a:r>
          </a:p>
        </p:txBody>
      </p:sp>
      <p:sp>
        <p:nvSpPr>
          <p:cNvPr id="28" name="TextBox 27"/>
          <p:cNvSpPr txBox="1"/>
          <p:nvPr/>
        </p:nvSpPr>
        <p:spPr>
          <a:xfrm>
            <a:off x="731520" y="5074920"/>
            <a:ext cx="10789920" cy="411480"/>
          </a:xfrm>
          <a:prstGeom prst="rect">
            <a:avLst/>
          </a:prstGeom>
          <a:noFill/>
        </p:spPr>
        <p:txBody>
          <a:bodyPr wrap="square" lIns="27432" rIns="27432" tIns="18288" bIns="18288">
            <a:spAutoFit/>
          </a:bodyPr>
          <a:lstStyle/>
          <a:p>
            <a:pPr>
              <a:spcAft>
                <a:spcPts val="600"/>
              </a:spcAft>
              <a:defRPr sz="1900" b="0">
                <a:solidFill>
                  <a:srgbClr val="16313B"/>
                </a:solidFill>
                <a:latin typeface="Arial"/>
              </a:defRPr>
            </a:pPr>
            <a:r>
              <a:t>NumPy  ·  SciPy  ·  scikit-learn  ·  joblib  ·  Streamlit  ·  Plotly</a:t>
            </a:r>
          </a:p>
        </p:txBody>
      </p:sp>
      <p:sp>
        <p:nvSpPr>
          <p:cNvPr id="29" name="Rectangle 28"/>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Python 3.12 · Local-first application with an optional Streamlit-hosted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Create two deliberately distinct patterns</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Actual generated examples · seed 7 · arbitrary amplitudes</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06</a:t>
            </a:r>
          </a:p>
        </p:txBody>
      </p:sp>
      <p:graphicFrame>
        <p:nvGraphicFramePr>
          <p:cNvPr id="9" name="Chart 8"/>
          <p:cNvGraphicFramePr>
            <a:graphicFrameLocks noGrp="1"/>
          </p:cNvGraphicFramePr>
          <p:nvPr/>
        </p:nvGraphicFramePr>
        <p:xfrm>
          <a:off x="594360" y="2057400"/>
          <a:ext cx="7315200" cy="3383280"/>
        </p:xfrm>
        <a:graphic>
          <a:graphicData uri="http://schemas.openxmlformats.org/drawingml/2006/chart">
            <c:chart xmlns:c="http://schemas.openxmlformats.org/drawingml/2006/chart" r:id="rId3"/>
          </a:graphicData>
        </a:graphic>
      </p:graphicFrame>
      <p:sp>
        <p:nvSpPr>
          <p:cNvPr id="10" name="TextBox 9"/>
          <p:cNvSpPr txBox="1"/>
          <p:nvPr/>
        </p:nvSpPr>
        <p:spPr>
          <a:xfrm>
            <a:off x="8302752" y="2423160"/>
            <a:ext cx="3154680" cy="1920240"/>
          </a:xfrm>
          <a:prstGeom prst="rect">
            <a:avLst/>
          </a:prstGeom>
          <a:noFill/>
        </p:spPr>
        <p:txBody>
          <a:bodyPr wrap="square" lIns="27432" rIns="27432" tIns="18288" bIns="18288">
            <a:spAutoFit/>
          </a:bodyPr>
          <a:lstStyle/>
          <a:p>
            <a:pPr>
              <a:spcAft>
                <a:spcPts val="600"/>
              </a:spcAft>
              <a:defRPr sz="2900" b="1">
                <a:solidFill>
                  <a:srgbClr val="087E8B"/>
                </a:solidFill>
                <a:latin typeface="Arial"/>
              </a:defRPr>
            </a:pPr>
            <a:r>
              <a:t>256 Hz</a:t>
            </a:r>
          </a:p>
          <a:p>
            <a:pPr>
              <a:spcAft>
                <a:spcPts val="600"/>
              </a:spcAft>
              <a:defRPr sz="2900" b="1">
                <a:solidFill>
                  <a:srgbClr val="087E8B"/>
                </a:solidFill>
                <a:latin typeface="Arial"/>
              </a:defRPr>
            </a:pPr>
            <a:r>
              <a:t>2 seconds</a:t>
            </a:r>
          </a:p>
          <a:p>
            <a:pPr>
              <a:spcAft>
                <a:spcPts val="600"/>
              </a:spcAft>
              <a:defRPr sz="2900" b="1">
                <a:solidFill>
                  <a:srgbClr val="087E8B"/>
                </a:solidFill>
                <a:latin typeface="Arial"/>
              </a:defRPr>
            </a:pPr>
            <a:r>
              <a:t>512 samples</a:t>
            </a:r>
          </a:p>
        </p:txBody>
      </p:sp>
      <p:sp>
        <p:nvSpPr>
          <p:cNvPr id="11" name="TextBox 10"/>
          <p:cNvSpPr txBox="1"/>
          <p:nvPr/>
        </p:nvSpPr>
        <p:spPr>
          <a:xfrm>
            <a:off x="8302752" y="4434840"/>
            <a:ext cx="3200400" cy="1005840"/>
          </a:xfrm>
          <a:prstGeom prst="rect">
            <a:avLst/>
          </a:prstGeom>
          <a:noFill/>
        </p:spPr>
        <p:txBody>
          <a:bodyPr wrap="square" lIns="27432" rIns="27432" tIns="18288" bIns="18288">
            <a:spAutoFit/>
          </a:bodyPr>
          <a:lstStyle/>
          <a:p>
            <a:pPr>
              <a:spcAft>
                <a:spcPts val="600"/>
              </a:spcAft>
              <a:defRPr sz="1800" b="0">
                <a:solidFill>
                  <a:srgbClr val="16313B"/>
                </a:solidFill>
                <a:latin typeface="Arial"/>
              </a:defRPr>
            </a:pPr>
            <a:r>
              <a:t>left: emphasizes 8 Hz</a:t>
            </a:r>
          </a:p>
          <a:p>
            <a:pPr>
              <a:spcAft>
                <a:spcPts val="600"/>
              </a:spcAft>
              <a:defRPr sz="1800" b="0">
                <a:solidFill>
                  <a:srgbClr val="16313B"/>
                </a:solidFill>
                <a:latin typeface="Arial"/>
              </a:defRPr>
            </a:pPr>
            <a:r>
              <a:t>right: emphasizes 22 Hz</a:t>
            </a:r>
          </a:p>
          <a:p>
            <a:pPr>
              <a:spcAft>
                <a:spcPts val="600"/>
              </a:spcAft>
              <a:defRPr sz="1800" b="0">
                <a:solidFill>
                  <a:srgbClr val="16313B"/>
                </a:solidFill>
                <a:latin typeface="Arial"/>
              </a:defRPr>
            </a:pPr>
            <a:r>
              <a:t>Noise + drift + interference</a:t>
            </a:r>
          </a:p>
        </p:txBody>
      </p:sp>
      <p:sp>
        <p:nvSpPr>
          <p:cNvPr id="12" name="Rectangle 11"/>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Left and right describe generator settings, not a person’s intention.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Filter the signal, not every artifact</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Butterworth band-pass · second-order sections · offline zero phase</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07</a:t>
            </a:r>
          </a:p>
        </p:txBody>
      </p:sp>
      <p:graphicFrame>
        <p:nvGraphicFramePr>
          <p:cNvPr id="9" name="Chart 8"/>
          <p:cNvGraphicFramePr>
            <a:graphicFrameLocks noGrp="1"/>
          </p:cNvGraphicFramePr>
          <p:nvPr/>
        </p:nvGraphicFramePr>
        <p:xfrm>
          <a:off x="594360" y="2057400"/>
          <a:ext cx="7315200" cy="3383280"/>
        </p:xfrm>
        <a:graphic>
          <a:graphicData uri="http://schemas.openxmlformats.org/drawingml/2006/chart">
            <c:chart xmlns:c="http://schemas.openxmlformats.org/drawingml/2006/chart" r:id="rId3"/>
          </a:graphicData>
        </a:graphic>
      </p:graphicFrame>
      <p:sp>
        <p:nvSpPr>
          <p:cNvPr id="10" name="TextBox 9"/>
          <p:cNvSpPr txBox="1"/>
          <p:nvPr/>
        </p:nvSpPr>
        <p:spPr>
          <a:xfrm>
            <a:off x="8293608" y="2395728"/>
            <a:ext cx="3108960" cy="1143000"/>
          </a:xfrm>
          <a:prstGeom prst="rect">
            <a:avLst/>
          </a:prstGeom>
          <a:noFill/>
        </p:spPr>
        <p:txBody>
          <a:bodyPr wrap="square" lIns="27432" rIns="27432" tIns="18288" bIns="18288">
            <a:spAutoFit/>
          </a:bodyPr>
          <a:lstStyle/>
          <a:p>
            <a:pPr>
              <a:spcAft>
                <a:spcPts val="600"/>
              </a:spcAft>
              <a:defRPr sz="3000" b="1">
                <a:solidFill>
                  <a:srgbClr val="087E8B"/>
                </a:solidFill>
                <a:latin typeface="Arial"/>
              </a:defRPr>
            </a:pPr>
            <a:r>
              <a:t>Pass band</a:t>
            </a:r>
          </a:p>
          <a:p>
            <a:pPr>
              <a:spcAft>
                <a:spcPts val="600"/>
              </a:spcAft>
              <a:defRPr sz="3000" b="1">
                <a:solidFill>
                  <a:srgbClr val="087E8B"/>
                </a:solidFill>
                <a:latin typeface="Arial"/>
              </a:defRPr>
            </a:pPr>
            <a:r>
              <a:t>1–40 Hz</a:t>
            </a:r>
          </a:p>
        </p:txBody>
      </p:sp>
      <p:sp>
        <p:nvSpPr>
          <p:cNvPr id="11" name="TextBox 10"/>
          <p:cNvSpPr txBox="1"/>
          <p:nvPr/>
        </p:nvSpPr>
        <p:spPr>
          <a:xfrm>
            <a:off x="8293608" y="3749039"/>
            <a:ext cx="3108960" cy="1691640"/>
          </a:xfrm>
          <a:prstGeom prst="rect">
            <a:avLst/>
          </a:prstGeom>
          <a:noFill/>
        </p:spPr>
        <p:txBody>
          <a:bodyPr wrap="square" lIns="27432" rIns="27432" tIns="18288" bIns="18288">
            <a:spAutoFit/>
          </a:bodyPr>
          <a:lstStyle/>
          <a:p>
            <a:pPr>
              <a:spcAft>
                <a:spcPts val="600"/>
              </a:spcAft>
              <a:defRPr sz="2000" b="0">
                <a:solidFill>
                  <a:srgbClr val="16313B"/>
                </a:solidFill>
                <a:latin typeface="Arial"/>
              </a:defRPr>
            </a:pPr>
            <a:r>
              <a:t>Same sample count</a:t>
            </a:r>
          </a:p>
          <a:p>
            <a:pPr>
              <a:spcAft>
                <a:spcPts val="600"/>
              </a:spcAft>
              <a:defRPr sz="2000" b="0">
                <a:solidFill>
                  <a:srgbClr val="16313B"/>
                </a:solidFill>
                <a:latin typeface="Arial"/>
              </a:defRPr>
            </a:pPr>
            <a:r>
              <a:t>Finite output checked</a:t>
            </a:r>
          </a:p>
          <a:p>
            <a:pPr>
              <a:spcAft>
                <a:spcPts val="600"/>
              </a:spcAft>
              <a:defRPr sz="2000" b="0">
                <a:solidFill>
                  <a:srgbClr val="16313B"/>
                </a:solidFill>
                <a:latin typeface="Arial"/>
              </a:defRPr>
            </a:pPr>
            <a:r>
              <a:t>Future samples required</a:t>
            </a:r>
          </a:p>
          <a:p>
            <a:pPr>
              <a:spcAft>
                <a:spcPts val="600"/>
              </a:spcAft>
              <a:defRPr sz="2000" b="0">
                <a:solidFill>
                  <a:srgbClr val="16313B"/>
                </a:solidFill>
                <a:latin typeface="Arial"/>
              </a:defRPr>
            </a:pPr>
            <a:r>
              <a:t>Edge effects remain</a:t>
            </a:r>
          </a:p>
        </p:txBody>
      </p:sp>
      <p:sp>
        <p:nvSpPr>
          <p:cNvPr id="12" name="Rectangle 11"/>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Motion, eye and muscle artifacts may overlap the passed frequencies.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Reduce 512 samples to two features</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Center → real FFT → squared normalized magnitude → band averages</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08</a:t>
            </a:r>
          </a:p>
        </p:txBody>
      </p:sp>
      <p:graphicFrame>
        <p:nvGraphicFramePr>
          <p:cNvPr id="9" name="Chart 8"/>
          <p:cNvGraphicFramePr>
            <a:graphicFrameLocks noGrp="1"/>
          </p:cNvGraphicFramePr>
          <p:nvPr/>
        </p:nvGraphicFramePr>
        <p:xfrm>
          <a:off x="640080" y="2148840"/>
          <a:ext cx="6629400" cy="3337560"/>
        </p:xfrm>
        <a:graphic>
          <a:graphicData uri="http://schemas.openxmlformats.org/drawingml/2006/chart">
            <c:chart xmlns:c="http://schemas.openxmlformats.org/drawingml/2006/chart" r:id="rId3"/>
          </a:graphicData>
        </a:graphic>
      </p:graphicFrame>
      <p:sp>
        <p:nvSpPr>
          <p:cNvPr id="10" name="TextBox 9"/>
          <p:cNvSpPr txBox="1"/>
          <p:nvPr/>
        </p:nvSpPr>
        <p:spPr>
          <a:xfrm>
            <a:off x="7589520" y="2286000"/>
            <a:ext cx="3840480" cy="50292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Stable feature names</a:t>
            </a:r>
          </a:p>
        </p:txBody>
      </p:sp>
      <p:sp>
        <p:nvSpPr>
          <p:cNvPr id="11" name="TextBox 10"/>
          <p:cNvSpPr txBox="1"/>
          <p:nvPr/>
        </p:nvSpPr>
        <p:spPr>
          <a:xfrm>
            <a:off x="7589520" y="2971800"/>
            <a:ext cx="3840480" cy="960120"/>
          </a:xfrm>
          <a:prstGeom prst="rect">
            <a:avLst/>
          </a:prstGeom>
          <a:noFill/>
        </p:spPr>
        <p:txBody>
          <a:bodyPr wrap="square" lIns="27432" rIns="27432" tIns="18288" bIns="18288">
            <a:spAutoFit/>
          </a:bodyPr>
          <a:lstStyle/>
          <a:p>
            <a:pPr>
              <a:spcAft>
                <a:spcPts val="600"/>
              </a:spcAft>
              <a:defRPr sz="2000" b="0">
                <a:solidFill>
                  <a:srgbClr val="16313B"/>
                </a:solidFill>
                <a:latin typeface="Arial"/>
              </a:defRPr>
            </a:pPr>
            <a:r>
              <a:t>mean_power_1_12_hz</a:t>
            </a:r>
          </a:p>
          <a:p>
            <a:pPr>
              <a:spcAft>
                <a:spcPts val="600"/>
              </a:spcAft>
              <a:defRPr sz="2000" b="0">
                <a:solidFill>
                  <a:srgbClr val="16313B"/>
                </a:solidFill>
                <a:latin typeface="Arial"/>
              </a:defRPr>
            </a:pPr>
            <a:r>
              <a:t>mean_power_12_40_hz</a:t>
            </a:r>
          </a:p>
        </p:txBody>
      </p:sp>
      <p:sp>
        <p:nvSpPr>
          <p:cNvPr id="12" name="TextBox 11"/>
          <p:cNvSpPr txBox="1"/>
          <p:nvPr/>
        </p:nvSpPr>
        <p:spPr>
          <a:xfrm>
            <a:off x="7589520" y="4251960"/>
            <a:ext cx="3840480" cy="914400"/>
          </a:xfrm>
          <a:prstGeom prst="rect">
            <a:avLst/>
          </a:prstGeom>
          <a:noFill/>
        </p:spPr>
        <p:txBody>
          <a:bodyPr wrap="square" lIns="27432" rIns="27432" tIns="18288" bIns="18288">
            <a:spAutoFit/>
          </a:bodyPr>
          <a:lstStyle/>
          <a:p>
            <a:pPr>
              <a:spcAft>
                <a:spcPts val="600"/>
              </a:spcAft>
              <a:defRPr sz="1900" b="0">
                <a:solidFill>
                  <a:srgbClr val="16313B"/>
                </a:solidFill>
                <a:latin typeface="Arial"/>
              </a:defRPr>
            </a:pPr>
            <a:r>
              <a:t>Mean |rFFT(x − mean(x)) / N|²</a:t>
            </a:r>
          </a:p>
          <a:p>
            <a:pPr>
              <a:spcAft>
                <a:spcPts val="600"/>
              </a:spcAft>
              <a:defRPr sz="1900" b="0">
                <a:solidFill>
                  <a:srgbClr val="16313B"/>
                </a:solidFill>
                <a:latin typeface="Arial"/>
              </a:defRPr>
            </a:pPr>
            <a:r>
              <a:t>within each band</a:t>
            </a:r>
          </a:p>
        </p:txBody>
      </p:sp>
      <p:sp>
        <p:nvSpPr>
          <p:cNvPr id="13" name="Rectangle 12"/>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The 12 Hz bin is counted once. Empty bands raise an explicit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Train a reproducible classifier</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Balanced synthetic data · fixed random state · held-out evaluation</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09</a:t>
            </a:r>
          </a:p>
        </p:txBody>
      </p:sp>
      <p:sp>
        <p:nvSpPr>
          <p:cNvPr id="9" name="Rectangle 8"/>
          <p:cNvSpPr/>
          <p:nvPr/>
        </p:nvSpPr>
        <p:spPr>
          <a:xfrm>
            <a:off x="640080" y="2212848"/>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12848"/>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32304"/>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400 examples</a:t>
            </a:r>
          </a:p>
        </p:txBody>
      </p:sp>
      <p:sp>
        <p:nvSpPr>
          <p:cNvPr id="12" name="TextBox 11"/>
          <p:cNvSpPr txBox="1"/>
          <p:nvPr/>
        </p:nvSpPr>
        <p:spPr>
          <a:xfrm>
            <a:off x="822959" y="3145536"/>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200 left + 200 right</a:t>
            </a:r>
          </a:p>
          <a:p>
            <a:pPr>
              <a:spcAft>
                <a:spcPts val="600"/>
              </a:spcAft>
              <a:defRPr sz="2100" b="0">
                <a:solidFill>
                  <a:srgbClr val="16313B"/>
                </a:solidFill>
                <a:latin typeface="Arial"/>
              </a:defRPr>
            </a:pPr>
            <a:r>
              <a:t>Independent example seeds</a:t>
            </a:r>
          </a:p>
          <a:p>
            <a:pPr>
              <a:spcAft>
                <a:spcPts val="600"/>
              </a:spcAft>
              <a:defRPr sz="2100" b="0">
                <a:solidFill>
                  <a:srgbClr val="16313B"/>
                </a:solidFill>
                <a:latin typeface="Arial"/>
              </a:defRPr>
            </a:pPr>
            <a:r>
              <a:t>One generator family</a:t>
            </a:r>
          </a:p>
        </p:txBody>
      </p:sp>
      <p:sp>
        <p:nvSpPr>
          <p:cNvPr id="13" name="Rectangle 12"/>
          <p:cNvSpPr/>
          <p:nvPr/>
        </p:nvSpPr>
        <p:spPr>
          <a:xfrm>
            <a:off x="4352544" y="2212848"/>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2212848"/>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32304"/>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300 / 100 split</a:t>
            </a:r>
          </a:p>
        </p:txBody>
      </p:sp>
      <p:sp>
        <p:nvSpPr>
          <p:cNvPr id="16" name="TextBox 15"/>
          <p:cNvSpPr txBox="1"/>
          <p:nvPr/>
        </p:nvSpPr>
        <p:spPr>
          <a:xfrm>
            <a:off x="4535424" y="3145536"/>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Stratified 75% / 25%</a:t>
            </a:r>
          </a:p>
          <a:p>
            <a:pPr>
              <a:spcAft>
                <a:spcPts val="600"/>
              </a:spcAft>
              <a:defRPr sz="2100" b="0">
                <a:solidFill>
                  <a:srgbClr val="16313B"/>
                </a:solidFill>
                <a:latin typeface="Arial"/>
              </a:defRPr>
            </a:pPr>
            <a:r>
              <a:t>Fit scaler on training only</a:t>
            </a:r>
          </a:p>
          <a:p>
            <a:pPr>
              <a:spcAft>
                <a:spcPts val="600"/>
              </a:spcAft>
              <a:defRPr sz="2100" b="0">
                <a:solidFill>
                  <a:srgbClr val="16313B"/>
                </a:solidFill>
                <a:latin typeface="Arial"/>
              </a:defRPr>
            </a:pPr>
            <a:r>
              <a:t>Hold test examples aside</a:t>
            </a:r>
          </a:p>
        </p:txBody>
      </p:sp>
      <p:sp>
        <p:nvSpPr>
          <p:cNvPr id="17" name="Rectangle 16"/>
          <p:cNvSpPr/>
          <p:nvPr/>
        </p:nvSpPr>
        <p:spPr>
          <a:xfrm>
            <a:off x="8065008" y="2212848"/>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212848"/>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432304"/>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Model pipeline</a:t>
            </a:r>
          </a:p>
        </p:txBody>
      </p:sp>
      <p:sp>
        <p:nvSpPr>
          <p:cNvPr id="20" name="TextBox 19"/>
          <p:cNvSpPr txBox="1"/>
          <p:nvPr/>
        </p:nvSpPr>
        <p:spPr>
          <a:xfrm>
            <a:off x="8247888" y="3145536"/>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StandardScaler</a:t>
            </a:r>
          </a:p>
          <a:p>
            <a:pPr>
              <a:spcAft>
                <a:spcPts val="600"/>
              </a:spcAft>
              <a:defRPr sz="2100" b="0">
                <a:solidFill>
                  <a:srgbClr val="16313B"/>
                </a:solidFill>
                <a:latin typeface="Arial"/>
              </a:defRPr>
            </a:pPr>
            <a:r>
              <a:t>LogisticRegression</a:t>
            </a:r>
          </a:p>
          <a:p>
            <a:pPr>
              <a:spcAft>
                <a:spcPts val="600"/>
              </a:spcAft>
              <a:defRPr sz="2100" b="0">
                <a:solidFill>
                  <a:srgbClr val="16313B"/>
                </a:solidFill>
                <a:latin typeface="Arial"/>
              </a:defRPr>
            </a:pPr>
            <a:r>
              <a:t>Save/load with joblib</a:t>
            </a:r>
          </a:p>
        </p:txBody>
      </p:sp>
      <p:sp>
        <p:nvSpPr>
          <p:cNvPr id="21" name="Rectangle 20"/>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Reproducibility supports teaching; it does not establish real EEG generalization.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Validation: what the results demonstrate</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Source: saved synthetic metrics and locally executed automated tests</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10</a:t>
            </a:r>
          </a:p>
        </p:txBody>
      </p:sp>
      <p:sp>
        <p:nvSpPr>
          <p:cNvPr id="9" name="TextBox 8"/>
          <p:cNvSpPr txBox="1"/>
          <p:nvPr/>
        </p:nvSpPr>
        <p:spPr>
          <a:xfrm>
            <a:off x="777240" y="2286000"/>
            <a:ext cx="4937760" cy="960120"/>
          </a:xfrm>
          <a:prstGeom prst="rect">
            <a:avLst/>
          </a:prstGeom>
          <a:noFill/>
        </p:spPr>
        <p:txBody>
          <a:bodyPr wrap="square" lIns="27432" rIns="27432" tIns="18288" bIns="18288">
            <a:spAutoFit/>
          </a:bodyPr>
          <a:lstStyle/>
          <a:p>
            <a:pPr>
              <a:spcAft>
                <a:spcPts val="600"/>
              </a:spcAft>
              <a:defRPr sz="5800" b="1">
                <a:solidFill>
                  <a:srgbClr val="087E8B"/>
                </a:solidFill>
                <a:latin typeface="Arial"/>
              </a:defRPr>
            </a:pPr>
            <a:r>
              <a:t>100 / 100</a:t>
            </a:r>
          </a:p>
        </p:txBody>
      </p:sp>
      <p:sp>
        <p:nvSpPr>
          <p:cNvPr id="10" name="TextBox 9"/>
          <p:cNvSpPr txBox="1"/>
          <p:nvPr/>
        </p:nvSpPr>
        <p:spPr>
          <a:xfrm>
            <a:off x="822960" y="3337560"/>
            <a:ext cx="4754880" cy="822960"/>
          </a:xfrm>
          <a:prstGeom prst="rect">
            <a:avLst/>
          </a:prstGeom>
          <a:noFill/>
        </p:spPr>
        <p:txBody>
          <a:bodyPr wrap="square" lIns="27432" rIns="27432" tIns="18288" bIns="18288">
            <a:spAutoFit/>
          </a:bodyPr>
          <a:lstStyle/>
          <a:p>
            <a:pPr>
              <a:spcAft>
                <a:spcPts val="600"/>
              </a:spcAft>
              <a:defRPr sz="2300" b="0">
                <a:solidFill>
                  <a:srgbClr val="16313B"/>
                </a:solidFill>
                <a:latin typeface="Arial"/>
              </a:defRPr>
            </a:pPr>
            <a:r>
              <a:t>held-out synthetic examples correct</a:t>
            </a:r>
          </a:p>
        </p:txBody>
      </p:sp>
      <p:sp>
        <p:nvSpPr>
          <p:cNvPr id="11" name="TextBox 10"/>
          <p:cNvSpPr txBox="1"/>
          <p:nvPr/>
        </p:nvSpPr>
        <p:spPr>
          <a:xfrm>
            <a:off x="6446520" y="2240280"/>
            <a:ext cx="4572000" cy="822960"/>
          </a:xfrm>
          <a:prstGeom prst="rect">
            <a:avLst/>
          </a:prstGeom>
          <a:noFill/>
        </p:spPr>
        <p:txBody>
          <a:bodyPr wrap="square" lIns="27432" rIns="27432" tIns="18288" bIns="18288">
            <a:spAutoFit/>
          </a:bodyPr>
          <a:lstStyle/>
          <a:p>
            <a:pPr>
              <a:spcAft>
                <a:spcPts val="600"/>
              </a:spcAft>
              <a:defRPr sz="2300" b="1">
                <a:solidFill>
                  <a:srgbClr val="16313B"/>
                </a:solidFill>
                <a:latin typeface="Arial"/>
              </a:defRPr>
            </a:pPr>
            <a:r>
              <a:t>Confusion matrix</a:t>
            </a:r>
          </a:p>
          <a:p>
            <a:pPr>
              <a:spcAft>
                <a:spcPts val="600"/>
              </a:spcAft>
              <a:defRPr sz="2300" b="1">
                <a:solidFill>
                  <a:srgbClr val="16313B"/>
                </a:solidFill>
                <a:latin typeface="Arial"/>
              </a:defRPr>
            </a:pPr>
            <a:r>
              <a:t>Actual → predicted</a:t>
            </a:r>
          </a:p>
        </p:txBody>
      </p:sp>
      <p:sp>
        <p:nvSpPr>
          <p:cNvPr id="12" name="Rectangle 11"/>
          <p:cNvSpPr/>
          <p:nvPr/>
        </p:nvSpPr>
        <p:spPr>
          <a:xfrm>
            <a:off x="6492240" y="3246120"/>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0255" y="3300984"/>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p>
        </p:txBody>
      </p:sp>
      <p:sp>
        <p:nvSpPr>
          <p:cNvPr id="14" name="Rectangle 13"/>
          <p:cNvSpPr/>
          <p:nvPr/>
        </p:nvSpPr>
        <p:spPr>
          <a:xfrm>
            <a:off x="7909560" y="3246120"/>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7576" y="3300984"/>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left</a:t>
            </a:r>
          </a:p>
        </p:txBody>
      </p:sp>
      <p:sp>
        <p:nvSpPr>
          <p:cNvPr id="16" name="Rectangle 15"/>
          <p:cNvSpPr/>
          <p:nvPr/>
        </p:nvSpPr>
        <p:spPr>
          <a:xfrm>
            <a:off x="9326880" y="3246120"/>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4896" y="3300984"/>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right</a:t>
            </a:r>
          </a:p>
        </p:txBody>
      </p:sp>
      <p:sp>
        <p:nvSpPr>
          <p:cNvPr id="18" name="Rectangle 17"/>
          <p:cNvSpPr/>
          <p:nvPr/>
        </p:nvSpPr>
        <p:spPr>
          <a:xfrm>
            <a:off x="6492240" y="3831335"/>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0255" y="3886199"/>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left</a:t>
            </a:r>
          </a:p>
        </p:txBody>
      </p:sp>
      <p:sp>
        <p:nvSpPr>
          <p:cNvPr id="20" name="Rectangle 19"/>
          <p:cNvSpPr/>
          <p:nvPr/>
        </p:nvSpPr>
        <p:spPr>
          <a:xfrm>
            <a:off x="7909560" y="3831335"/>
            <a:ext cx="1307592" cy="50292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37576" y="3886199"/>
            <a:ext cx="1051560" cy="402336"/>
          </a:xfrm>
          <a:prstGeom prst="rect">
            <a:avLst/>
          </a:prstGeom>
          <a:noFill/>
        </p:spPr>
        <p:txBody>
          <a:bodyPr wrap="square" lIns="27432" rIns="27432" tIns="18288" bIns="18288">
            <a:spAutoFit/>
          </a:bodyPr>
          <a:lstStyle/>
          <a:p>
            <a:pPr>
              <a:spcAft>
                <a:spcPts val="600"/>
              </a:spcAft>
              <a:defRPr sz="2100" b="0">
                <a:solidFill>
                  <a:srgbClr val="FFFFFF"/>
                </a:solidFill>
                <a:latin typeface="Arial"/>
              </a:defRPr>
            </a:pPr>
            <a:r>
              <a:t>50</a:t>
            </a:r>
          </a:p>
        </p:txBody>
      </p:sp>
      <p:sp>
        <p:nvSpPr>
          <p:cNvPr id="22" name="Rectangle 21"/>
          <p:cNvSpPr/>
          <p:nvPr/>
        </p:nvSpPr>
        <p:spPr>
          <a:xfrm>
            <a:off x="9326880" y="3831335"/>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54896" y="3886199"/>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0</a:t>
            </a:r>
          </a:p>
        </p:txBody>
      </p:sp>
      <p:sp>
        <p:nvSpPr>
          <p:cNvPr id="24" name="Rectangle 23"/>
          <p:cNvSpPr/>
          <p:nvPr/>
        </p:nvSpPr>
        <p:spPr>
          <a:xfrm>
            <a:off x="6492240" y="4416552"/>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0255" y="4471416"/>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right</a:t>
            </a:r>
          </a:p>
        </p:txBody>
      </p:sp>
      <p:sp>
        <p:nvSpPr>
          <p:cNvPr id="26" name="Rectangle 25"/>
          <p:cNvSpPr/>
          <p:nvPr/>
        </p:nvSpPr>
        <p:spPr>
          <a:xfrm>
            <a:off x="7909560" y="4416552"/>
            <a:ext cx="130759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37576" y="4471416"/>
            <a:ext cx="1051560" cy="402336"/>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0</a:t>
            </a:r>
          </a:p>
        </p:txBody>
      </p:sp>
      <p:sp>
        <p:nvSpPr>
          <p:cNvPr id="28" name="Rectangle 27"/>
          <p:cNvSpPr/>
          <p:nvPr/>
        </p:nvSpPr>
        <p:spPr>
          <a:xfrm>
            <a:off x="9326880" y="4416552"/>
            <a:ext cx="1307592" cy="50292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54896" y="4471416"/>
            <a:ext cx="1051560" cy="402336"/>
          </a:xfrm>
          <a:prstGeom prst="rect">
            <a:avLst/>
          </a:prstGeom>
          <a:noFill/>
        </p:spPr>
        <p:txBody>
          <a:bodyPr wrap="square" lIns="27432" rIns="27432" tIns="18288" bIns="18288">
            <a:spAutoFit/>
          </a:bodyPr>
          <a:lstStyle/>
          <a:p>
            <a:pPr>
              <a:spcAft>
                <a:spcPts val="600"/>
              </a:spcAft>
              <a:defRPr sz="2100" b="0">
                <a:solidFill>
                  <a:srgbClr val="FFFFFF"/>
                </a:solidFill>
                <a:latin typeface="Arial"/>
              </a:defRPr>
            </a:pPr>
            <a:r>
              <a:t>50</a:t>
            </a:r>
          </a:p>
        </p:txBody>
      </p:sp>
      <p:sp>
        <p:nvSpPr>
          <p:cNvPr id="30" name="TextBox 29"/>
          <p:cNvSpPr txBox="1"/>
          <p:nvPr/>
        </p:nvSpPr>
        <p:spPr>
          <a:xfrm>
            <a:off x="822960" y="4800600"/>
            <a:ext cx="5212080" cy="566928"/>
          </a:xfrm>
          <a:prstGeom prst="rect">
            <a:avLst/>
          </a:prstGeom>
          <a:noFill/>
        </p:spPr>
        <p:txBody>
          <a:bodyPr wrap="square" lIns="27432" rIns="27432" tIns="18288" bIns="18288">
            <a:spAutoFit/>
          </a:bodyPr>
          <a:lstStyle/>
          <a:p>
            <a:pPr>
              <a:spcAft>
                <a:spcPts val="600"/>
              </a:spcAft>
              <a:defRPr sz="2500" b="1">
                <a:solidFill>
                  <a:srgbClr val="16313B"/>
                </a:solidFill>
                <a:latin typeface="Arial"/>
              </a:defRPr>
            </a:pPr>
            <a:r>
              <a:t>58 tests passed locally*</a:t>
            </a:r>
          </a:p>
        </p:txBody>
      </p:sp>
      <p:sp>
        <p:nvSpPr>
          <p:cNvPr id="31" name="Rectangle 30"/>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Synthetic accuracy is NOT evidence of real EEG decoding or clinical effectiveness.</a:t>
            </a:r>
          </a:p>
        </p:txBody>
      </p:sp>
      <p:sp>
        <p:nvSpPr>
          <p:cNvPr id="33" name="TextBox 32"/>
          <p:cNvSpPr txBox="1"/>
          <p:nvPr/>
        </p:nvSpPr>
        <p:spPr>
          <a:xfrm>
            <a:off x="822960" y="6144768"/>
            <a:ext cx="9144000" cy="164592"/>
          </a:xfrm>
          <a:prstGeom prst="rect">
            <a:avLst/>
          </a:prstGeom>
          <a:noFill/>
        </p:spPr>
        <p:txBody>
          <a:bodyPr wrap="square" lIns="27432" rIns="27432" tIns="18288" bIns="18288">
            <a:spAutoFit/>
          </a:bodyPr>
          <a:lstStyle/>
          <a:p>
            <a:pPr>
              <a:spcAft>
                <a:spcPts val="600"/>
              </a:spcAft>
              <a:defRPr sz="900" b="0">
                <a:solidFill>
                  <a:srgbClr val="526A72"/>
                </a:solidFill>
                <a:latin typeface="Arial"/>
              </a:defRPr>
            </a:pPr>
            <a:r>
              <a:t>*See presenter guide for the verification date and command.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An interactive dashboard makes the stages visible</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Interface map · representative values from the actual seed-7 left example</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11</a:t>
            </a:r>
          </a:p>
        </p:txBody>
      </p:sp>
      <p:sp>
        <p:nvSpPr>
          <p:cNvPr id="9" name="Rectangle 8"/>
          <p:cNvSpPr/>
          <p:nvPr/>
        </p:nvSpPr>
        <p:spPr>
          <a:xfrm>
            <a:off x="640080" y="2194560"/>
            <a:ext cx="2743200" cy="324612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23160"/>
            <a:ext cx="2286000" cy="457200"/>
          </a:xfrm>
          <a:prstGeom prst="rect">
            <a:avLst/>
          </a:prstGeom>
          <a:noFill/>
        </p:spPr>
        <p:txBody>
          <a:bodyPr wrap="square" lIns="27432" rIns="27432" tIns="18288" bIns="18288">
            <a:spAutoFit/>
          </a:bodyPr>
          <a:lstStyle/>
          <a:p>
            <a:pPr>
              <a:spcAft>
                <a:spcPts val="600"/>
              </a:spcAft>
              <a:defRPr sz="1900" b="1">
                <a:solidFill>
                  <a:srgbClr val="80D7DA"/>
                </a:solidFill>
                <a:latin typeface="Arial"/>
              </a:defRPr>
            </a:pPr>
            <a:r>
              <a:t>INPUT</a:t>
            </a:r>
          </a:p>
        </p:txBody>
      </p:sp>
      <p:sp>
        <p:nvSpPr>
          <p:cNvPr id="11" name="TextBox 10"/>
          <p:cNvSpPr txBox="1"/>
          <p:nvPr/>
        </p:nvSpPr>
        <p:spPr>
          <a:xfrm>
            <a:off x="868680" y="3072384"/>
            <a:ext cx="2331720" cy="1965960"/>
          </a:xfrm>
          <a:prstGeom prst="rect">
            <a:avLst/>
          </a:prstGeom>
          <a:noFill/>
        </p:spPr>
        <p:txBody>
          <a:bodyPr wrap="square" lIns="27432" rIns="27432" tIns="18288" bIns="18288">
            <a:spAutoFit/>
          </a:bodyPr>
          <a:lstStyle/>
          <a:p>
            <a:pPr>
              <a:spcAft>
                <a:spcPts val="600"/>
              </a:spcAft>
              <a:defRPr sz="2000" b="0">
                <a:solidFill>
                  <a:srgbClr val="FFFFFF"/>
                </a:solidFill>
                <a:latin typeface="Arial"/>
              </a:defRPr>
            </a:pPr>
            <a:r>
              <a:t>Artificial class: left</a:t>
            </a:r>
          </a:p>
          <a:p>
            <a:pPr>
              <a:spcAft>
                <a:spcPts val="600"/>
              </a:spcAft>
              <a:defRPr sz="2000" b="0">
                <a:solidFill>
                  <a:srgbClr val="FFFFFF"/>
                </a:solidFill>
                <a:latin typeface="Arial"/>
              </a:defRPr>
            </a:pPr>
            <a:r>
              <a:t>Seed: 7</a:t>
            </a:r>
          </a:p>
          <a:p>
            <a:pPr>
              <a:spcAft>
                <a:spcPts val="600"/>
              </a:spcAft>
              <a:defRPr sz="2000" b="0">
                <a:solidFill>
                  <a:srgbClr val="FFFFFF"/>
                </a:solidFill>
                <a:latin typeface="Arial"/>
              </a:defRPr>
            </a:pPr>
            <a:r>
              <a:t>Generate and process</a:t>
            </a:r>
          </a:p>
          <a:p>
            <a:pPr>
              <a:spcAft>
                <a:spcPts val="600"/>
              </a:spcAft>
              <a:defRPr sz="2000" b="0">
                <a:solidFill>
                  <a:srgbClr val="FFFFFF"/>
                </a:solidFill>
                <a:latin typeface="Arial"/>
              </a:defRPr>
            </a:pPr>
            <a:r>
              <a:t>Optional simulated cursor</a:t>
            </a:r>
          </a:p>
        </p:txBody>
      </p:sp>
      <p:sp>
        <p:nvSpPr>
          <p:cNvPr id="12" name="Rectangle 11"/>
          <p:cNvSpPr/>
          <p:nvPr/>
        </p:nvSpPr>
        <p:spPr>
          <a:xfrm>
            <a:off x="3657600" y="2194560"/>
            <a:ext cx="7909560"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2423160"/>
            <a:ext cx="7269480" cy="50292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Raw + filtered waveform comparison</a:t>
            </a:r>
          </a:p>
        </p:txBody>
      </p:sp>
      <p:sp>
        <p:nvSpPr>
          <p:cNvPr id="14" name="TextBox 13"/>
          <p:cNvSpPr txBox="1"/>
          <p:nvPr/>
        </p:nvSpPr>
        <p:spPr>
          <a:xfrm>
            <a:off x="3931920" y="3246120"/>
            <a:ext cx="4251960" cy="1051560"/>
          </a:xfrm>
          <a:prstGeom prst="rect">
            <a:avLst/>
          </a:prstGeom>
          <a:noFill/>
        </p:spPr>
        <p:txBody>
          <a:bodyPr wrap="square" lIns="27432" rIns="27432" tIns="18288" bIns="18288">
            <a:spAutoFit/>
          </a:bodyPr>
          <a:lstStyle/>
          <a:p>
            <a:pPr>
              <a:spcAft>
                <a:spcPts val="600"/>
              </a:spcAft>
              <a:defRPr sz="2200" b="0">
                <a:solidFill>
                  <a:srgbClr val="16313B"/>
                </a:solidFill>
                <a:latin typeface="Arial"/>
              </a:defRPr>
            </a:pPr>
            <a:r>
              <a:t>Low-band feature: 0.0313</a:t>
            </a:r>
          </a:p>
          <a:p>
            <a:pPr>
              <a:spcAft>
                <a:spcPts val="600"/>
              </a:spcAft>
              <a:defRPr sz="2200" b="0">
                <a:solidFill>
                  <a:srgbClr val="16313B"/>
                </a:solidFill>
                <a:latin typeface="Arial"/>
              </a:defRPr>
            </a:pPr>
            <a:r>
              <a:t>High-band feature: 0.0012</a:t>
            </a:r>
          </a:p>
        </p:txBody>
      </p:sp>
      <p:sp>
        <p:nvSpPr>
          <p:cNvPr id="15" name="TextBox 14"/>
          <p:cNvSpPr txBox="1"/>
          <p:nvPr/>
        </p:nvSpPr>
        <p:spPr>
          <a:xfrm>
            <a:off x="8275320" y="3246120"/>
            <a:ext cx="3017520" cy="1051560"/>
          </a:xfrm>
          <a:prstGeom prst="rect">
            <a:avLst/>
          </a:prstGeom>
          <a:noFill/>
        </p:spPr>
        <p:txBody>
          <a:bodyPr wrap="square" lIns="27432" rIns="27432" tIns="18288" bIns="18288">
            <a:spAutoFit/>
          </a:bodyPr>
          <a:lstStyle/>
          <a:p>
            <a:pPr>
              <a:spcAft>
                <a:spcPts val="600"/>
              </a:spcAft>
              <a:defRPr sz="2200" b="0">
                <a:solidFill>
                  <a:srgbClr val="16313B"/>
                </a:solidFill>
                <a:latin typeface="Arial"/>
              </a:defRPr>
            </a:pPr>
            <a:r>
              <a:t>Prediction: left</a:t>
            </a:r>
          </a:p>
          <a:p>
            <a:pPr>
              <a:spcAft>
                <a:spcPts val="600"/>
              </a:spcAft>
              <a:defRPr sz="2200" b="0">
                <a:solidFill>
                  <a:srgbClr val="16313B"/>
                </a:solidFill>
                <a:latin typeface="Arial"/>
              </a:defRPr>
            </a:pPr>
            <a:r>
              <a:t>Model score: 0.9855</a:t>
            </a:r>
          </a:p>
        </p:txBody>
      </p:sp>
      <p:sp>
        <p:nvSpPr>
          <p:cNvPr id="16" name="TextBox 15"/>
          <p:cNvSpPr txBox="1"/>
          <p:nvPr/>
        </p:nvSpPr>
        <p:spPr>
          <a:xfrm>
            <a:off x="3931920" y="4681728"/>
            <a:ext cx="7223760" cy="548640"/>
          </a:xfrm>
          <a:prstGeom prst="rect">
            <a:avLst/>
          </a:prstGeom>
          <a:noFill/>
        </p:spPr>
        <p:txBody>
          <a:bodyPr wrap="square" lIns="27432" rIns="27432" tIns="18288" bIns="18288">
            <a:spAutoFit/>
          </a:bodyPr>
          <a:lstStyle/>
          <a:p>
            <a:pPr>
              <a:spcAft>
                <a:spcPts val="600"/>
              </a:spcAft>
              <a:defRPr sz="2000" b="0">
                <a:solidFill>
                  <a:srgbClr val="526A72"/>
                </a:solidFill>
                <a:latin typeface="Arial"/>
              </a:defRPr>
            </a:pPr>
            <a:r>
              <a:t>Zoomable chart · explicit errors · scientific explanation</a:t>
            </a:r>
          </a:p>
        </p:txBody>
      </p:sp>
      <p:sp>
        <p:nvSpPr>
          <p:cNvPr id="17" name="Rectangle 16"/>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Interface schematic; model scores do not measure actual human intention.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Live demonstration · about 90 seconds</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Show the causal chain rather than only the final label</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12</a:t>
            </a:r>
          </a:p>
        </p:txBody>
      </p:sp>
      <p:sp>
        <p:nvSpPr>
          <p:cNvPr id="9" name="TextBox 8"/>
          <p:cNvSpPr txBox="1"/>
          <p:nvPr/>
        </p:nvSpPr>
        <p:spPr>
          <a:xfrm>
            <a:off x="731520" y="2148840"/>
            <a:ext cx="777240" cy="64008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01</a:t>
            </a:r>
          </a:p>
        </p:txBody>
      </p:sp>
      <p:sp>
        <p:nvSpPr>
          <p:cNvPr id="10" name="TextBox 9"/>
          <p:cNvSpPr txBox="1"/>
          <p:nvPr/>
        </p:nvSpPr>
        <p:spPr>
          <a:xfrm>
            <a:off x="1645920" y="2148840"/>
            <a:ext cx="9601200" cy="45720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Choose left · seed 7</a:t>
            </a:r>
          </a:p>
        </p:txBody>
      </p:sp>
      <p:sp>
        <p:nvSpPr>
          <p:cNvPr id="11" name="TextBox 10"/>
          <p:cNvSpPr txBox="1"/>
          <p:nvPr/>
        </p:nvSpPr>
        <p:spPr>
          <a:xfrm>
            <a:off x="1645920" y="2624328"/>
            <a:ext cx="9601200" cy="457200"/>
          </a:xfrm>
          <a:prstGeom prst="rect">
            <a:avLst/>
          </a:prstGeom>
          <a:noFill/>
        </p:spPr>
        <p:txBody>
          <a:bodyPr wrap="square" lIns="27432" rIns="27432" tIns="18288" bIns="18288">
            <a:spAutoFit/>
          </a:bodyPr>
          <a:lstStyle/>
          <a:p>
            <a:pPr>
              <a:spcAft>
                <a:spcPts val="600"/>
              </a:spcAft>
              <a:defRPr sz="1900" b="0">
                <a:solidFill>
                  <a:srgbClr val="526A72"/>
                </a:solidFill>
                <a:latin typeface="Arial"/>
              </a:defRPr>
            </a:pPr>
            <a:r>
              <a:t>Compare raw/filtered traces and inspect the low-band feature.</a:t>
            </a:r>
          </a:p>
        </p:txBody>
      </p:sp>
      <p:sp>
        <p:nvSpPr>
          <p:cNvPr id="12" name="TextBox 11"/>
          <p:cNvSpPr txBox="1"/>
          <p:nvPr/>
        </p:nvSpPr>
        <p:spPr>
          <a:xfrm>
            <a:off x="731520" y="3136392"/>
            <a:ext cx="777240" cy="64008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02</a:t>
            </a:r>
          </a:p>
        </p:txBody>
      </p:sp>
      <p:sp>
        <p:nvSpPr>
          <p:cNvPr id="13" name="TextBox 12"/>
          <p:cNvSpPr txBox="1"/>
          <p:nvPr/>
        </p:nvSpPr>
        <p:spPr>
          <a:xfrm>
            <a:off x="1645920" y="3136392"/>
            <a:ext cx="9601200" cy="45720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Choose right · seed 7</a:t>
            </a:r>
          </a:p>
        </p:txBody>
      </p:sp>
      <p:sp>
        <p:nvSpPr>
          <p:cNvPr id="14" name="TextBox 13"/>
          <p:cNvSpPr txBox="1"/>
          <p:nvPr/>
        </p:nvSpPr>
        <p:spPr>
          <a:xfrm>
            <a:off x="1645920" y="3611880"/>
            <a:ext cx="9601200" cy="457200"/>
          </a:xfrm>
          <a:prstGeom prst="rect">
            <a:avLst/>
          </a:prstGeom>
          <a:noFill/>
        </p:spPr>
        <p:txBody>
          <a:bodyPr wrap="square" lIns="27432" rIns="27432" tIns="18288" bIns="18288">
            <a:spAutoFit/>
          </a:bodyPr>
          <a:lstStyle/>
          <a:p>
            <a:pPr>
              <a:spcAft>
                <a:spcPts val="600"/>
              </a:spcAft>
              <a:defRPr sz="1900" b="0">
                <a:solidFill>
                  <a:srgbClr val="526A72"/>
                </a:solidFill>
                <a:latin typeface="Arial"/>
              </a:defRPr>
            </a:pPr>
            <a:r>
              <a:t>Compare the feature balance and predicted artificial label.</a:t>
            </a:r>
          </a:p>
        </p:txBody>
      </p:sp>
      <p:sp>
        <p:nvSpPr>
          <p:cNvPr id="15" name="TextBox 14"/>
          <p:cNvSpPr txBox="1"/>
          <p:nvPr/>
        </p:nvSpPr>
        <p:spPr>
          <a:xfrm>
            <a:off x="731520" y="4123944"/>
            <a:ext cx="777240" cy="640080"/>
          </a:xfrm>
          <a:prstGeom prst="rect">
            <a:avLst/>
          </a:prstGeom>
          <a:noFill/>
        </p:spPr>
        <p:txBody>
          <a:bodyPr wrap="square" lIns="27432" rIns="27432" tIns="18288" bIns="18288">
            <a:spAutoFit/>
          </a:bodyPr>
          <a:lstStyle/>
          <a:p>
            <a:pPr>
              <a:spcAft>
                <a:spcPts val="600"/>
              </a:spcAft>
              <a:defRPr sz="3200" b="1">
                <a:solidFill>
                  <a:srgbClr val="087E8B"/>
                </a:solidFill>
                <a:latin typeface="Arial"/>
              </a:defRPr>
            </a:pPr>
            <a:r>
              <a:t>03</a:t>
            </a:r>
          </a:p>
        </p:txBody>
      </p:sp>
      <p:sp>
        <p:nvSpPr>
          <p:cNvPr id="16" name="TextBox 15"/>
          <p:cNvSpPr txBox="1"/>
          <p:nvPr/>
        </p:nvSpPr>
        <p:spPr>
          <a:xfrm>
            <a:off x="1645920" y="4123944"/>
            <a:ext cx="9601200" cy="457200"/>
          </a:xfrm>
          <a:prstGeom prst="rect">
            <a:avLst/>
          </a:prstGeom>
          <a:noFill/>
        </p:spPr>
        <p:txBody>
          <a:bodyPr wrap="square" lIns="27432" rIns="27432" tIns="18288" bIns="18288">
            <a:spAutoFit/>
          </a:bodyPr>
          <a:lstStyle/>
          <a:p>
            <a:pPr>
              <a:spcAft>
                <a:spcPts val="600"/>
              </a:spcAft>
              <a:defRPr sz="2400" b="1">
                <a:solidFill>
                  <a:srgbClr val="16313B"/>
                </a:solidFill>
                <a:latin typeface="Arial"/>
              </a:defRPr>
            </a:pPr>
            <a:r>
              <a:t>Enable cursor · reset to 50</a:t>
            </a:r>
          </a:p>
        </p:txBody>
      </p:sp>
      <p:sp>
        <p:nvSpPr>
          <p:cNvPr id="17" name="TextBox 16"/>
          <p:cNvSpPr txBox="1"/>
          <p:nvPr/>
        </p:nvSpPr>
        <p:spPr>
          <a:xfrm>
            <a:off x="1645920" y="4599431"/>
            <a:ext cx="9601200" cy="457200"/>
          </a:xfrm>
          <a:prstGeom prst="rect">
            <a:avLst/>
          </a:prstGeom>
          <a:noFill/>
        </p:spPr>
        <p:txBody>
          <a:bodyPr wrap="square" lIns="27432" rIns="27432" tIns="18288" bIns="18288">
            <a:spAutoFit/>
          </a:bodyPr>
          <a:lstStyle/>
          <a:p>
            <a:pPr>
              <a:spcAft>
                <a:spcPts val="600"/>
              </a:spcAft>
              <a:defRPr sz="1900" b="0">
                <a:solidFill>
                  <a:srgbClr val="526A72"/>
                </a:solidFill>
                <a:latin typeface="Arial"/>
              </a:defRPr>
            </a:pPr>
            <a:r>
              <a:t>Left → 40; then right → 50. Bounds are 0–100.</a:t>
            </a:r>
          </a:p>
        </p:txBody>
      </p:sp>
      <p:sp>
        <p:nvSpPr>
          <p:cNvPr id="18" name="Rectangle 17"/>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Local backup: python -m streamlit run app.py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Real assistive technology: the BrainGate study</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A separate published research example — not a capability of our simulator</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13</a:t>
            </a:r>
          </a:p>
        </p:txBody>
      </p:sp>
      <p:sp>
        <p:nvSpPr>
          <p:cNvPr id="9" name="Rectangle 8"/>
          <p:cNvSpPr/>
          <p:nvPr/>
        </p:nvSpPr>
        <p:spPr>
          <a:xfrm>
            <a:off x="640080" y="2194560"/>
            <a:ext cx="53492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194560"/>
            <a:ext cx="53492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14015"/>
            <a:ext cx="4983479"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Published research</a:t>
            </a:r>
          </a:p>
        </p:txBody>
      </p:sp>
      <p:sp>
        <p:nvSpPr>
          <p:cNvPr id="12" name="TextBox 11"/>
          <p:cNvSpPr txBox="1"/>
          <p:nvPr/>
        </p:nvSpPr>
        <p:spPr>
          <a:xfrm>
            <a:off x="822959" y="3127248"/>
            <a:ext cx="4983479"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Two participants with tetraplegia</a:t>
            </a:r>
          </a:p>
          <a:p>
            <a:pPr>
              <a:spcAft>
                <a:spcPts val="600"/>
              </a:spcAft>
              <a:defRPr sz="2100" b="0">
                <a:solidFill>
                  <a:srgbClr val="16313B"/>
                </a:solidFill>
                <a:latin typeface="Arial"/>
              </a:defRPr>
            </a:pPr>
            <a:r>
              <a:t>Implanted motor-cortex electrodes</a:t>
            </a:r>
          </a:p>
          <a:p>
            <a:pPr>
              <a:spcAft>
                <a:spcPts val="600"/>
              </a:spcAft>
              <a:defRPr sz="2100" b="0">
                <a:solidFill>
                  <a:srgbClr val="16313B"/>
                </a:solidFill>
                <a:latin typeface="Arial"/>
              </a:defRPr>
            </a:pPr>
            <a:r>
              <a:t>Robotic reaching and grasping</a:t>
            </a:r>
          </a:p>
        </p:txBody>
      </p:sp>
      <p:sp>
        <p:nvSpPr>
          <p:cNvPr id="13" name="Rectangle 12"/>
          <p:cNvSpPr/>
          <p:nvPr/>
        </p:nvSpPr>
        <p:spPr>
          <a:xfrm>
            <a:off x="6217920" y="2194560"/>
            <a:ext cx="53492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194560"/>
            <a:ext cx="5349240" cy="64008"/>
          </a:xfrm>
          <a:prstGeom prst="rect">
            <a:avLst/>
          </a:prstGeom>
          <a:solidFill>
            <a:srgbClr val="D76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414015"/>
            <a:ext cx="4983479" cy="594360"/>
          </a:xfrm>
          <a:prstGeom prst="rect">
            <a:avLst/>
          </a:prstGeom>
          <a:noFill/>
        </p:spPr>
        <p:txBody>
          <a:bodyPr wrap="square" lIns="27432" rIns="27432" tIns="18288" bIns="18288">
            <a:spAutoFit/>
          </a:bodyPr>
          <a:lstStyle/>
          <a:p>
            <a:pPr>
              <a:spcAft>
                <a:spcPts val="600"/>
              </a:spcAft>
              <a:defRPr sz="2400" b="1">
                <a:solidFill>
                  <a:srgbClr val="D76B50"/>
                </a:solidFill>
                <a:latin typeface="Arial"/>
              </a:defRPr>
            </a:pPr>
            <a:r>
              <a:t>NeuroLink</a:t>
            </a:r>
          </a:p>
        </p:txBody>
      </p:sp>
      <p:sp>
        <p:nvSpPr>
          <p:cNvPr id="16" name="TextBox 15"/>
          <p:cNvSpPr txBox="1"/>
          <p:nvPr/>
        </p:nvSpPr>
        <p:spPr>
          <a:xfrm>
            <a:off x="6400800" y="3127248"/>
            <a:ext cx="4983479"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Generated sinusoidal patterns</a:t>
            </a:r>
          </a:p>
          <a:p>
            <a:pPr>
              <a:spcAft>
                <a:spcPts val="600"/>
              </a:spcAft>
              <a:defRPr sz="2100" b="0">
                <a:solidFill>
                  <a:srgbClr val="16313B"/>
                </a:solidFill>
                <a:latin typeface="Arial"/>
              </a:defRPr>
            </a:pPr>
            <a:r>
              <a:t>Two FFT features and an artificial label</a:t>
            </a:r>
          </a:p>
          <a:p>
            <a:pPr>
              <a:spcAft>
                <a:spcPts val="600"/>
              </a:spcAft>
              <a:defRPr sz="2100" b="0">
                <a:solidFill>
                  <a:srgbClr val="16313B"/>
                </a:solidFill>
                <a:latin typeface="Arial"/>
              </a:defRPr>
            </a:pPr>
            <a:r>
              <a:t>On-screen cursor simulation</a:t>
            </a:r>
          </a:p>
        </p:txBody>
      </p:sp>
      <p:sp>
        <p:nvSpPr>
          <p:cNvPr id="17" name="TextBox 16"/>
          <p:cNvSpPr txBox="1"/>
          <p:nvPr/>
        </p:nvSpPr>
        <p:spPr>
          <a:xfrm>
            <a:off x="731520" y="5596128"/>
            <a:ext cx="10972800" cy="411480"/>
          </a:xfrm>
          <a:prstGeom prst="rect">
            <a:avLst/>
          </a:prstGeom>
          <a:noFill/>
        </p:spPr>
        <p:txBody>
          <a:bodyPr wrap="square" lIns="27432" rIns="27432" tIns="18288" bIns="18288">
            <a:spAutoFit/>
          </a:bodyPr>
          <a:lstStyle/>
          <a:p>
            <a:pPr>
              <a:spcAft>
                <a:spcPts val="600"/>
              </a:spcAft>
              <a:defRPr sz="1600" b="0">
                <a:solidFill>
                  <a:srgbClr val="087E8B"/>
                </a:solidFill>
                <a:latin typeface="Arial"/>
              </a:defRPr>
            </a:pPr>
            <a:r>
              <a:t>Hochberg et al., Nature 485, 372–375 (2012) · doi:10.1038/nature11076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Scientific boundaries we must keep visible</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What works in this simulator does not establish what works on a person</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14</a:t>
            </a:r>
          </a:p>
        </p:txBody>
      </p:sp>
      <p:sp>
        <p:nvSpPr>
          <p:cNvPr id="9" name="Rectangle 8"/>
          <p:cNvSpPr/>
          <p:nvPr/>
        </p:nvSpPr>
        <p:spPr>
          <a:xfrm>
            <a:off x="640080" y="224028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40280"/>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59736"/>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Data boundary</a:t>
            </a:r>
          </a:p>
        </p:txBody>
      </p:sp>
      <p:sp>
        <p:nvSpPr>
          <p:cNvPr id="12" name="TextBox 11"/>
          <p:cNvSpPr txBox="1"/>
          <p:nvPr/>
        </p:nvSpPr>
        <p:spPr>
          <a:xfrm>
            <a:off x="822959" y="317296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Synthetic only</a:t>
            </a:r>
          </a:p>
          <a:p>
            <a:pPr>
              <a:spcAft>
                <a:spcPts val="600"/>
              </a:spcAft>
              <a:defRPr sz="2100" b="0">
                <a:solidFill>
                  <a:srgbClr val="16313B"/>
                </a:solidFill>
                <a:latin typeface="Arial"/>
              </a:defRPr>
            </a:pPr>
            <a:r>
              <a:t>Arbitrary amplitudes</a:t>
            </a:r>
          </a:p>
          <a:p>
            <a:pPr>
              <a:spcAft>
                <a:spcPts val="600"/>
              </a:spcAft>
              <a:defRPr sz="2100" b="0">
                <a:solidFill>
                  <a:srgbClr val="16313B"/>
                </a:solidFill>
                <a:latin typeface="Arial"/>
              </a:defRPr>
            </a:pPr>
            <a:r>
              <a:t>Artificial labels</a:t>
            </a:r>
          </a:p>
        </p:txBody>
      </p:sp>
      <p:sp>
        <p:nvSpPr>
          <p:cNvPr id="13" name="Rectangle 12"/>
          <p:cNvSpPr/>
          <p:nvPr/>
        </p:nvSpPr>
        <p:spPr>
          <a:xfrm>
            <a:off x="4352544" y="224028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2240280"/>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59736"/>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Method boundary</a:t>
            </a:r>
          </a:p>
        </p:txBody>
      </p:sp>
      <p:sp>
        <p:nvSpPr>
          <p:cNvPr id="16" name="TextBox 15"/>
          <p:cNvSpPr txBox="1"/>
          <p:nvPr/>
        </p:nvSpPr>
        <p:spPr>
          <a:xfrm>
            <a:off x="4535424" y="317296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Offline zero phase</a:t>
            </a:r>
          </a:p>
          <a:p>
            <a:pPr>
              <a:spcAft>
                <a:spcPts val="600"/>
              </a:spcAft>
              <a:defRPr sz="2100" b="0">
                <a:solidFill>
                  <a:srgbClr val="16313B"/>
                </a:solidFill>
                <a:latin typeface="Arial"/>
              </a:defRPr>
            </a:pPr>
            <a:r>
              <a:t>Incomplete artifact removal</a:t>
            </a:r>
          </a:p>
          <a:p>
            <a:pPr>
              <a:spcAft>
                <a:spcPts val="600"/>
              </a:spcAft>
              <a:defRPr sz="2100" b="0">
                <a:solidFill>
                  <a:srgbClr val="16313B"/>
                </a:solidFill>
                <a:latin typeface="Arial"/>
              </a:defRPr>
            </a:pPr>
            <a:r>
              <a:t>Pedagogical band choices</a:t>
            </a:r>
          </a:p>
        </p:txBody>
      </p:sp>
      <p:sp>
        <p:nvSpPr>
          <p:cNvPr id="17" name="Rectangle 16"/>
          <p:cNvSpPr/>
          <p:nvPr/>
        </p:nvSpPr>
        <p:spPr>
          <a:xfrm>
            <a:off x="8065008" y="2240280"/>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240280"/>
            <a:ext cx="3520440" cy="64008"/>
          </a:xfrm>
          <a:prstGeom prst="rect">
            <a:avLst/>
          </a:prstGeom>
          <a:solidFill>
            <a:srgbClr val="D76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459736"/>
            <a:ext cx="3154680" cy="594360"/>
          </a:xfrm>
          <a:prstGeom prst="rect">
            <a:avLst/>
          </a:prstGeom>
          <a:noFill/>
        </p:spPr>
        <p:txBody>
          <a:bodyPr wrap="square" lIns="27432" rIns="27432" tIns="18288" bIns="18288">
            <a:spAutoFit/>
          </a:bodyPr>
          <a:lstStyle/>
          <a:p>
            <a:pPr>
              <a:spcAft>
                <a:spcPts val="600"/>
              </a:spcAft>
              <a:defRPr sz="2400" b="1">
                <a:solidFill>
                  <a:srgbClr val="D76B50"/>
                </a:solidFill>
                <a:latin typeface="Arial"/>
              </a:defRPr>
            </a:pPr>
            <a:r>
              <a:t>Evidence boundary</a:t>
            </a:r>
          </a:p>
        </p:txBody>
      </p:sp>
      <p:sp>
        <p:nvSpPr>
          <p:cNvPr id="20" name="TextBox 19"/>
          <p:cNvSpPr txBox="1"/>
          <p:nvPr/>
        </p:nvSpPr>
        <p:spPr>
          <a:xfrm>
            <a:off x="8247888" y="3172968"/>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Same generator family</a:t>
            </a:r>
          </a:p>
          <a:p>
            <a:pPr>
              <a:spcAft>
                <a:spcPts val="600"/>
              </a:spcAft>
              <a:defRPr sz="2100" b="0">
                <a:solidFill>
                  <a:srgbClr val="16313B"/>
                </a:solidFill>
                <a:latin typeface="Arial"/>
              </a:defRPr>
            </a:pPr>
            <a:r>
              <a:t>No human-intent confidence</a:t>
            </a:r>
          </a:p>
          <a:p>
            <a:pPr>
              <a:spcAft>
                <a:spcPts val="600"/>
              </a:spcAft>
              <a:defRPr sz="2100" b="0">
                <a:solidFill>
                  <a:srgbClr val="16313B"/>
                </a:solidFill>
                <a:latin typeface="Arial"/>
              </a:defRPr>
            </a:pPr>
            <a:r>
              <a:t>No clinical validation</a:t>
            </a:r>
          </a:p>
        </p:txBody>
      </p:sp>
      <p:sp>
        <p:nvSpPr>
          <p:cNvPr id="21" name="Rectangle 20"/>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Real EEG is future work requiring a separate dataset, protocol and evaluation.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Experiential learning: build, observe, explain</a:t>
            </a:r>
          </a:p>
        </p:txBody>
      </p:sp>
      <p:sp>
        <p:nvSpPr>
          <p:cNvPr id="5" name="TextBox 4"/>
          <p:cNvSpPr txBox="1"/>
          <p:nvPr/>
        </p:nvSpPr>
        <p:spPr>
          <a:xfrm>
            <a:off x="530352" y="1463040"/>
            <a:ext cx="10972800" cy="566928"/>
          </a:xfrm>
          <a:prstGeom prst="rect">
            <a:avLst/>
          </a:prstGeom>
          <a:noFill/>
        </p:spPr>
        <p:txBody>
          <a:bodyPr wrap="square" lIns="27432" rIns="27432" tIns="18288" bIns="18288">
            <a:spAutoFit/>
          </a:bodyPr>
          <a:lstStyle/>
          <a:p>
            <a:pPr>
              <a:spcAft>
                <a:spcPts val="600"/>
              </a:spcAft>
              <a:defRPr sz="1700" b="0">
                <a:solidFill>
                  <a:srgbClr val="526A72"/>
                </a:solidFill>
                <a:latin typeface="Arial"/>
              </a:defRPr>
            </a:pPr>
            <a:r>
              <a:t>Connect biology concepts to engineering decisions</a:t>
            </a:r>
          </a:p>
        </p:txBody>
      </p:sp>
      <p:sp>
        <p:nvSpPr>
          <p:cNvPr id="6" name="Rectangle 5"/>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8" name="TextBox 7"/>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15</a:t>
            </a:r>
          </a:p>
        </p:txBody>
      </p:sp>
      <p:sp>
        <p:nvSpPr>
          <p:cNvPr id="9" name="Rectangle 8"/>
          <p:cNvSpPr/>
          <p:nvPr/>
        </p:nvSpPr>
        <p:spPr>
          <a:xfrm>
            <a:off x="640080" y="2221992"/>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21992"/>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41448"/>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Build &amp; inspect</a:t>
            </a:r>
          </a:p>
        </p:txBody>
      </p:sp>
      <p:sp>
        <p:nvSpPr>
          <p:cNvPr id="12" name="TextBox 11"/>
          <p:cNvSpPr txBox="1"/>
          <p:nvPr/>
        </p:nvSpPr>
        <p:spPr>
          <a:xfrm>
            <a:off x="822959" y="3154680"/>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Modular signal processing</a:t>
            </a:r>
          </a:p>
          <a:p>
            <a:pPr>
              <a:spcAft>
                <a:spcPts val="600"/>
              </a:spcAft>
              <a:defRPr sz="2100" b="0">
                <a:solidFill>
                  <a:srgbClr val="16313B"/>
                </a:solidFill>
                <a:latin typeface="Arial"/>
              </a:defRPr>
            </a:pPr>
            <a:r>
              <a:t>Reproducible experiments</a:t>
            </a:r>
          </a:p>
          <a:p>
            <a:pPr>
              <a:spcAft>
                <a:spcPts val="600"/>
              </a:spcAft>
              <a:defRPr sz="2100" b="0">
                <a:solidFill>
                  <a:srgbClr val="16313B"/>
                </a:solidFill>
                <a:latin typeface="Arial"/>
              </a:defRPr>
            </a:pPr>
            <a:r>
              <a:t>Visible intermediate outputs</a:t>
            </a:r>
          </a:p>
        </p:txBody>
      </p:sp>
      <p:sp>
        <p:nvSpPr>
          <p:cNvPr id="13" name="Rectangle 12"/>
          <p:cNvSpPr/>
          <p:nvPr/>
        </p:nvSpPr>
        <p:spPr>
          <a:xfrm>
            <a:off x="4352544" y="2221992"/>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2221992"/>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41448"/>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Test &amp; question</a:t>
            </a:r>
          </a:p>
        </p:txBody>
      </p:sp>
      <p:sp>
        <p:nvSpPr>
          <p:cNvPr id="16" name="TextBox 15"/>
          <p:cNvSpPr txBox="1"/>
          <p:nvPr/>
        </p:nvSpPr>
        <p:spPr>
          <a:xfrm>
            <a:off x="4535424" y="3154680"/>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Check shape and finite values</a:t>
            </a:r>
          </a:p>
          <a:p>
            <a:pPr>
              <a:spcAft>
                <a:spcPts val="600"/>
              </a:spcAft>
              <a:defRPr sz="2100" b="0">
                <a:solidFill>
                  <a:srgbClr val="16313B"/>
                </a:solidFill>
                <a:latin typeface="Arial"/>
              </a:defRPr>
            </a:pPr>
            <a:r>
              <a:t>Test frequency behavior</a:t>
            </a:r>
          </a:p>
          <a:p>
            <a:pPr>
              <a:spcAft>
                <a:spcPts val="600"/>
              </a:spcAft>
              <a:defRPr sz="2100" b="0">
                <a:solidFill>
                  <a:srgbClr val="16313B"/>
                </a:solidFill>
                <a:latin typeface="Arial"/>
              </a:defRPr>
            </a:pPr>
            <a:r>
              <a:t>Challenge accuracy claims</a:t>
            </a:r>
          </a:p>
        </p:txBody>
      </p:sp>
      <p:sp>
        <p:nvSpPr>
          <p:cNvPr id="17" name="Rectangle 16"/>
          <p:cNvSpPr/>
          <p:nvPr/>
        </p:nvSpPr>
        <p:spPr>
          <a:xfrm>
            <a:off x="8065008" y="2221992"/>
            <a:ext cx="352044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2221992"/>
            <a:ext cx="3520440" cy="6400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441448"/>
            <a:ext cx="3154680" cy="594360"/>
          </a:xfrm>
          <a:prstGeom prst="rect">
            <a:avLst/>
          </a:prstGeom>
          <a:noFill/>
        </p:spPr>
        <p:txBody>
          <a:bodyPr wrap="square" lIns="27432" rIns="27432" tIns="18288" bIns="18288">
            <a:spAutoFit/>
          </a:bodyPr>
          <a:lstStyle/>
          <a:p>
            <a:pPr>
              <a:spcAft>
                <a:spcPts val="600"/>
              </a:spcAft>
              <a:defRPr sz="2400" b="1">
                <a:solidFill>
                  <a:srgbClr val="087E8B"/>
                </a:solidFill>
                <a:latin typeface="Arial"/>
              </a:defRPr>
            </a:pPr>
            <a:r>
              <a:t>Explain &amp; reflect</a:t>
            </a:r>
          </a:p>
        </p:txBody>
      </p:sp>
      <p:sp>
        <p:nvSpPr>
          <p:cNvPr id="20" name="TextBox 19"/>
          <p:cNvSpPr txBox="1"/>
          <p:nvPr/>
        </p:nvSpPr>
        <p:spPr>
          <a:xfrm>
            <a:off x="8247888" y="3154680"/>
            <a:ext cx="3154680" cy="1874519"/>
          </a:xfrm>
          <a:prstGeom prst="rect">
            <a:avLst/>
          </a:prstGeom>
          <a:noFill/>
        </p:spPr>
        <p:txBody>
          <a:bodyPr wrap="square" lIns="27432" rIns="27432" tIns="18288" bIns="18288">
            <a:spAutoFit/>
          </a:bodyPr>
          <a:lstStyle/>
          <a:p>
            <a:pPr>
              <a:spcAft>
                <a:spcPts val="600"/>
              </a:spcAft>
              <a:defRPr sz="2100" b="0">
                <a:solidFill>
                  <a:srgbClr val="16313B"/>
                </a:solidFill>
                <a:latin typeface="Arial"/>
              </a:defRPr>
            </a:pPr>
            <a:r>
              <a:t>Identify artifacts</a:t>
            </a:r>
          </a:p>
          <a:p>
            <a:pPr>
              <a:spcAft>
                <a:spcPts val="600"/>
              </a:spcAft>
              <a:defRPr sz="2100" b="0">
                <a:solidFill>
                  <a:srgbClr val="16313B"/>
                </a:solidFill>
                <a:latin typeface="Arial"/>
              </a:defRPr>
            </a:pPr>
            <a:r>
              <a:t>Explain synthetic data</a:t>
            </a:r>
          </a:p>
          <a:p>
            <a:pPr>
              <a:spcAft>
                <a:spcPts val="600"/>
              </a:spcAft>
              <a:defRPr sz="2100" b="0">
                <a:solidFill>
                  <a:srgbClr val="16313B"/>
                </a:solidFill>
                <a:latin typeface="Arial"/>
              </a:defRPr>
            </a:pPr>
            <a:r>
              <a:t>State scientific limits</a:t>
            </a:r>
          </a:p>
        </p:txBody>
      </p:sp>
      <p:sp>
        <p:nvSpPr>
          <p:cNvPr id="21" name="Rectangle 20"/>
          <p:cNvSpPr/>
          <p:nvPr/>
        </p:nvSpPr>
        <p:spPr>
          <a:xfrm>
            <a:off x="548640" y="5623560"/>
            <a:ext cx="11064240" cy="457200"/>
          </a:xfrm>
          <a:prstGeom prst="rect">
            <a:avLst/>
          </a:prstGeom>
          <a:solidFill>
            <a:srgbClr val="163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87568"/>
            <a:ext cx="10698480" cy="329184"/>
          </a:xfrm>
          <a:prstGeom prst="rect">
            <a:avLst/>
          </a:prstGeom>
          <a:noFill/>
        </p:spPr>
        <p:txBody>
          <a:bodyPr wrap="square" lIns="27432" rIns="27432" tIns="18288" bIns="18288">
            <a:spAutoFit/>
          </a:bodyPr>
          <a:lstStyle/>
          <a:p>
            <a:pPr>
              <a:spcAft>
                <a:spcPts val="600"/>
              </a:spcAft>
              <a:defRPr sz="1600" b="0">
                <a:solidFill>
                  <a:srgbClr val="FFFFFF"/>
                </a:solidFill>
                <a:latin typeface="Arial"/>
              </a:defRPr>
            </a:pPr>
            <a:r>
              <a:t>Discussion: why can 100% synthetic accuracy still tell us very little about real EEG?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05840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NEUROLINK  /  BIOLOGY FOR ENGINEERS</a:t>
            </a:r>
          </a:p>
        </p:txBody>
      </p:sp>
      <p:sp>
        <p:nvSpPr>
          <p:cNvPr id="4" name="TextBox 3"/>
          <p:cNvSpPr txBox="1"/>
          <p:nvPr/>
        </p:nvSpPr>
        <p:spPr>
          <a:xfrm>
            <a:off x="502920" y="768096"/>
            <a:ext cx="11064240" cy="685800"/>
          </a:xfrm>
          <a:prstGeom prst="rect">
            <a:avLst/>
          </a:prstGeom>
          <a:noFill/>
        </p:spPr>
        <p:txBody>
          <a:bodyPr wrap="square" lIns="27432" rIns="27432" tIns="18288" bIns="18288">
            <a:spAutoFit/>
          </a:bodyPr>
          <a:lstStyle/>
          <a:p>
            <a:pPr>
              <a:spcAft>
                <a:spcPts val="600"/>
              </a:spcAft>
              <a:defRPr sz="3200" b="1">
                <a:solidFill>
                  <a:srgbClr val="16313B"/>
                </a:solidFill>
                <a:latin typeface="Arial"/>
              </a:defRPr>
            </a:pPr>
            <a:r>
              <a:t>References &amp; project resources</a:t>
            </a:r>
          </a:p>
        </p:txBody>
      </p:sp>
      <p:sp>
        <p:nvSpPr>
          <p:cNvPr id="5" name="Rectangle 4"/>
          <p:cNvSpPr/>
          <p:nvPr/>
        </p:nvSpPr>
        <p:spPr>
          <a:xfrm>
            <a:off x="502920" y="6318504"/>
            <a:ext cx="11155680" cy="13716"/>
          </a:xfrm>
          <a:prstGeom prst="rect">
            <a:avLst/>
          </a:prstGeom>
          <a:solidFill>
            <a:srgbClr val="D2D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455664"/>
            <a:ext cx="8778240" cy="228600"/>
          </a:xfrm>
          <a:prstGeom prst="rect">
            <a:avLst/>
          </a:prstGeom>
          <a:noFill/>
        </p:spPr>
        <p:txBody>
          <a:bodyPr wrap="square" lIns="27432" rIns="27432" tIns="18288" bIns="18288">
            <a:spAutoFit/>
          </a:bodyPr>
          <a:lstStyle/>
          <a:p>
            <a:pPr>
              <a:spcAft>
                <a:spcPts val="600"/>
              </a:spcAft>
              <a:defRPr sz="1000" b="0">
                <a:solidFill>
                  <a:srgbClr val="526A72"/>
                </a:solidFill>
                <a:latin typeface="Arial"/>
              </a:defRPr>
            </a:pPr>
            <a:r>
              <a:t>Team 2 · CE-SE-A | Synthetic signals only · Not a medical device</a:t>
            </a:r>
          </a:p>
        </p:txBody>
      </p:sp>
      <p:sp>
        <p:nvSpPr>
          <p:cNvPr id="7" name="TextBox 6"/>
          <p:cNvSpPr txBox="1"/>
          <p:nvPr/>
        </p:nvSpPr>
        <p:spPr>
          <a:xfrm>
            <a:off x="11064240" y="6428232"/>
            <a:ext cx="548640" cy="274320"/>
          </a:xfrm>
          <a:prstGeom prst="rect">
            <a:avLst/>
          </a:prstGeom>
          <a:noFill/>
        </p:spPr>
        <p:txBody>
          <a:bodyPr wrap="square" lIns="27432" rIns="27432" tIns="18288" bIns="18288">
            <a:spAutoFit/>
          </a:bodyPr>
          <a:lstStyle/>
          <a:p>
            <a:pPr>
              <a:spcAft>
                <a:spcPts val="600"/>
              </a:spcAft>
              <a:defRPr sz="1200" b="1">
                <a:solidFill>
                  <a:srgbClr val="087E8B"/>
                </a:solidFill>
                <a:latin typeface="Arial"/>
              </a:defRPr>
            </a:pPr>
            <a:r>
              <a:t>16</a:t>
            </a:r>
          </a:p>
        </p:txBody>
      </p:sp>
      <p:sp>
        <p:nvSpPr>
          <p:cNvPr id="8" name="TextBox 7"/>
          <p:cNvSpPr txBox="1"/>
          <p:nvPr/>
        </p:nvSpPr>
        <p:spPr>
          <a:xfrm>
            <a:off x="685800" y="2011680"/>
            <a:ext cx="2286000" cy="457200"/>
          </a:xfrm>
          <a:prstGeom prst="rect">
            <a:avLst/>
          </a:prstGeom>
          <a:noFill/>
        </p:spPr>
        <p:txBody>
          <a:bodyPr wrap="square" lIns="27432" rIns="27432" tIns="18288" bIns="18288">
            <a:spAutoFit/>
          </a:bodyPr>
          <a:lstStyle/>
          <a:p>
            <a:pPr>
              <a:spcAft>
                <a:spcPts val="600"/>
              </a:spcAft>
              <a:defRPr sz="1900" b="1">
                <a:solidFill>
                  <a:srgbClr val="087E8B"/>
                </a:solidFill>
                <a:latin typeface="Arial"/>
              </a:defRPr>
            </a:pPr>
            <a:r>
              <a:t>Primary research</a:t>
            </a:r>
          </a:p>
        </p:txBody>
      </p:sp>
      <p:sp>
        <p:nvSpPr>
          <p:cNvPr id="9" name="TextBox 8"/>
          <p:cNvSpPr txBox="1"/>
          <p:nvPr/>
        </p:nvSpPr>
        <p:spPr>
          <a:xfrm>
            <a:off x="2971800" y="2011680"/>
            <a:ext cx="8458200" cy="594360"/>
          </a:xfrm>
          <a:prstGeom prst="rect">
            <a:avLst/>
          </a:prstGeom>
          <a:noFill/>
        </p:spPr>
        <p:txBody>
          <a:bodyPr wrap="square" lIns="27432" rIns="27432" tIns="18288" bIns="18288">
            <a:spAutoFit/>
          </a:bodyPr>
          <a:lstStyle/>
          <a:p>
            <a:pPr>
              <a:spcAft>
                <a:spcPts val="600"/>
              </a:spcAft>
              <a:defRPr sz="1700" b="0">
                <a:solidFill>
                  <a:srgbClr val="16313B"/>
                </a:solidFill>
                <a:latin typeface="Arial"/>
              </a:defRPr>
            </a:pPr>
            <a:r>
              <a:t>Hochberg et al. (2012). Reach and grasp by people with tetraplegia using a neurally controlled robotic arm. Nature 485, 372–375.</a:t>
            </a:r>
          </a:p>
        </p:txBody>
      </p:sp>
      <p:sp>
        <p:nvSpPr>
          <p:cNvPr id="10" name="TextBox 9"/>
          <p:cNvSpPr txBox="1"/>
          <p:nvPr/>
        </p:nvSpPr>
        <p:spPr>
          <a:xfrm>
            <a:off x="2971800" y="2569464"/>
            <a:ext cx="8458200" cy="274320"/>
          </a:xfrm>
          <a:prstGeom prst="rect">
            <a:avLst/>
          </a:prstGeom>
          <a:noFill/>
        </p:spPr>
        <p:txBody>
          <a:bodyPr wrap="square" lIns="27432" rIns="27432" tIns="18288" bIns="18288">
            <a:spAutoFit/>
          </a:bodyPr>
          <a:lstStyle/>
          <a:p>
            <a:pPr>
              <a:spcAft>
                <a:spcPts val="600"/>
              </a:spcAft>
              <a:defRPr sz="1200" b="0">
                <a:solidFill>
                  <a:srgbClr val="087E8B"/>
                </a:solidFill>
                <a:latin typeface="Arial"/>
              </a:defRPr>
            </a:pPr>
            <a:r>
              <a:rPr>
                <a:hlinkClick r:id="rId3"/>
              </a:rPr>
              <a:t>https://pmc.ncbi.nlm.nih.gov/articles/PMC3640850/</a:t>
            </a:r>
          </a:p>
        </p:txBody>
      </p:sp>
      <p:sp>
        <p:nvSpPr>
          <p:cNvPr id="11" name="TextBox 10"/>
          <p:cNvSpPr txBox="1"/>
          <p:nvPr/>
        </p:nvSpPr>
        <p:spPr>
          <a:xfrm>
            <a:off x="685800" y="2953512"/>
            <a:ext cx="2286000" cy="457200"/>
          </a:xfrm>
          <a:prstGeom prst="rect">
            <a:avLst/>
          </a:prstGeom>
          <a:noFill/>
        </p:spPr>
        <p:txBody>
          <a:bodyPr wrap="square" lIns="27432" rIns="27432" tIns="18288" bIns="18288">
            <a:spAutoFit/>
          </a:bodyPr>
          <a:lstStyle/>
          <a:p>
            <a:pPr>
              <a:spcAft>
                <a:spcPts val="600"/>
              </a:spcAft>
              <a:defRPr sz="1900" b="1">
                <a:solidFill>
                  <a:srgbClr val="087E8B"/>
                </a:solidFill>
                <a:latin typeface="Arial"/>
              </a:defRPr>
            </a:pPr>
            <a:r>
              <a:t>Project repository</a:t>
            </a:r>
          </a:p>
        </p:txBody>
      </p:sp>
      <p:sp>
        <p:nvSpPr>
          <p:cNvPr id="12" name="TextBox 11"/>
          <p:cNvSpPr txBox="1"/>
          <p:nvPr/>
        </p:nvSpPr>
        <p:spPr>
          <a:xfrm>
            <a:off x="2971800" y="2953512"/>
            <a:ext cx="8458200" cy="594360"/>
          </a:xfrm>
          <a:prstGeom prst="rect">
            <a:avLst/>
          </a:prstGeom>
          <a:noFill/>
        </p:spPr>
        <p:txBody>
          <a:bodyPr wrap="square" lIns="27432" rIns="27432" tIns="18288" bIns="18288">
            <a:spAutoFit/>
          </a:bodyPr>
          <a:lstStyle/>
          <a:p>
            <a:pPr>
              <a:spcAft>
                <a:spcPts val="600"/>
              </a:spcAft>
              <a:defRPr sz="1700" b="0">
                <a:solidFill>
                  <a:srgbClr val="16313B"/>
                </a:solidFill>
                <a:latin typeface="Arial"/>
              </a:defRPr>
            </a:pPr>
            <a:r>
              <a:t>Source code, README, specifications and setup instructions.</a:t>
            </a:r>
          </a:p>
        </p:txBody>
      </p:sp>
      <p:sp>
        <p:nvSpPr>
          <p:cNvPr id="13" name="TextBox 12"/>
          <p:cNvSpPr txBox="1"/>
          <p:nvPr/>
        </p:nvSpPr>
        <p:spPr>
          <a:xfrm>
            <a:off x="2971800" y="3511296"/>
            <a:ext cx="8458200" cy="274320"/>
          </a:xfrm>
          <a:prstGeom prst="rect">
            <a:avLst/>
          </a:prstGeom>
          <a:noFill/>
        </p:spPr>
        <p:txBody>
          <a:bodyPr wrap="square" lIns="27432" rIns="27432" tIns="18288" bIns="18288">
            <a:spAutoFit/>
          </a:bodyPr>
          <a:lstStyle/>
          <a:p>
            <a:pPr>
              <a:spcAft>
                <a:spcPts val="600"/>
              </a:spcAft>
              <a:defRPr sz="1200" b="0">
                <a:solidFill>
                  <a:srgbClr val="087E8B"/>
                </a:solidFill>
                <a:latin typeface="Arial"/>
              </a:defRPr>
            </a:pPr>
            <a:r>
              <a:rPr>
                <a:hlinkClick r:id="rId4"/>
              </a:rPr>
              <a:t>https://github.com/CoBrIX44/neurolink-bci-simulator</a:t>
            </a:r>
          </a:p>
        </p:txBody>
      </p:sp>
      <p:sp>
        <p:nvSpPr>
          <p:cNvPr id="14" name="TextBox 13"/>
          <p:cNvSpPr txBox="1"/>
          <p:nvPr/>
        </p:nvSpPr>
        <p:spPr>
          <a:xfrm>
            <a:off x="685800" y="3895344"/>
            <a:ext cx="2286000" cy="457200"/>
          </a:xfrm>
          <a:prstGeom prst="rect">
            <a:avLst/>
          </a:prstGeom>
          <a:noFill/>
        </p:spPr>
        <p:txBody>
          <a:bodyPr wrap="square" lIns="27432" rIns="27432" tIns="18288" bIns="18288">
            <a:spAutoFit/>
          </a:bodyPr>
          <a:lstStyle/>
          <a:p>
            <a:pPr>
              <a:spcAft>
                <a:spcPts val="600"/>
              </a:spcAft>
              <a:defRPr sz="1900" b="1">
                <a:solidFill>
                  <a:srgbClr val="087E8B"/>
                </a:solidFill>
                <a:latin typeface="Arial"/>
              </a:defRPr>
            </a:pPr>
            <a:r>
              <a:t>Methods &amp; evidence</a:t>
            </a:r>
          </a:p>
        </p:txBody>
      </p:sp>
      <p:sp>
        <p:nvSpPr>
          <p:cNvPr id="15" name="TextBox 14"/>
          <p:cNvSpPr txBox="1"/>
          <p:nvPr/>
        </p:nvSpPr>
        <p:spPr>
          <a:xfrm>
            <a:off x="2971800" y="3895344"/>
            <a:ext cx="8458200" cy="594360"/>
          </a:xfrm>
          <a:prstGeom prst="rect">
            <a:avLst/>
          </a:prstGeom>
          <a:noFill/>
        </p:spPr>
        <p:txBody>
          <a:bodyPr wrap="square" lIns="27432" rIns="27432" tIns="18288" bIns="18288">
            <a:spAutoFit/>
          </a:bodyPr>
          <a:lstStyle/>
          <a:p>
            <a:pPr>
              <a:spcAft>
                <a:spcPts val="600"/>
              </a:spcAft>
              <a:defRPr sz="1700" b="0">
                <a:solidFill>
                  <a:srgbClr val="16313B"/>
                </a:solidFill>
                <a:latin typeface="Arial"/>
              </a:defRPr>
            </a:pPr>
            <a:r>
              <a:t>PRD.md · docs/SCIENCE_AND_USER_GUIDE.md · docs/IMPLEMENTATION_NOTES.md · models/neurolink.metrics.json</a:t>
            </a:r>
          </a:p>
        </p:txBody>
      </p:sp>
      <p:sp>
        <p:nvSpPr>
          <p:cNvPr id="16" name="TextBox 15"/>
          <p:cNvSpPr txBox="1"/>
          <p:nvPr/>
        </p:nvSpPr>
        <p:spPr>
          <a:xfrm>
            <a:off x="685800" y="4837176"/>
            <a:ext cx="2286000" cy="457200"/>
          </a:xfrm>
          <a:prstGeom prst="rect">
            <a:avLst/>
          </a:prstGeom>
          <a:noFill/>
        </p:spPr>
        <p:txBody>
          <a:bodyPr wrap="square" lIns="27432" rIns="27432" tIns="18288" bIns="18288">
            <a:spAutoFit/>
          </a:bodyPr>
          <a:lstStyle/>
          <a:p>
            <a:pPr>
              <a:spcAft>
                <a:spcPts val="600"/>
              </a:spcAft>
              <a:defRPr sz="1900" b="1">
                <a:solidFill>
                  <a:srgbClr val="087E8B"/>
                </a:solidFill>
                <a:latin typeface="Arial"/>
              </a:defRPr>
            </a:pPr>
            <a:r>
              <a:t>Software documentation</a:t>
            </a:r>
          </a:p>
        </p:txBody>
      </p:sp>
      <p:sp>
        <p:nvSpPr>
          <p:cNvPr id="17" name="TextBox 16"/>
          <p:cNvSpPr txBox="1"/>
          <p:nvPr/>
        </p:nvSpPr>
        <p:spPr>
          <a:xfrm>
            <a:off x="2971800" y="4837176"/>
            <a:ext cx="8458200" cy="594360"/>
          </a:xfrm>
          <a:prstGeom prst="rect">
            <a:avLst/>
          </a:prstGeom>
          <a:noFill/>
        </p:spPr>
        <p:txBody>
          <a:bodyPr wrap="square" lIns="27432" rIns="27432" tIns="18288" bIns="18288">
            <a:spAutoFit/>
          </a:bodyPr>
          <a:lstStyle/>
          <a:p>
            <a:pPr>
              <a:spcAft>
                <a:spcPts val="600"/>
              </a:spcAft>
              <a:defRPr sz="1700" b="0">
                <a:solidFill>
                  <a:srgbClr val="16313B"/>
                </a:solidFill>
                <a:latin typeface="Arial"/>
              </a:defRPr>
            </a:pPr>
            <a:r>
              <a:t>SciPy signal filtering · scikit-learn pipelines · Streamlit application framework</a:t>
            </a:r>
          </a:p>
        </p:txBody>
      </p:sp>
      <p:sp>
        <p:nvSpPr>
          <p:cNvPr id="18" name="TextBox 17"/>
          <p:cNvSpPr txBox="1"/>
          <p:nvPr/>
        </p:nvSpPr>
        <p:spPr>
          <a:xfrm>
            <a:off x="2971800" y="5394960"/>
            <a:ext cx="8458200" cy="274320"/>
          </a:xfrm>
          <a:prstGeom prst="rect">
            <a:avLst/>
          </a:prstGeom>
          <a:noFill/>
        </p:spPr>
        <p:txBody>
          <a:bodyPr wrap="square" lIns="27432" rIns="27432" tIns="18288" bIns="18288">
            <a:spAutoFit/>
          </a:bodyPr>
          <a:lstStyle/>
          <a:p>
            <a:pPr>
              <a:spcAft>
                <a:spcPts val="600"/>
              </a:spcAft>
              <a:defRPr sz="1200" b="0">
                <a:solidFill>
                  <a:srgbClr val="087E8B"/>
                </a:solidFill>
                <a:latin typeface="Arial"/>
              </a:defRPr>
            </a:pPr>
            <a:r>
              <a:rPr>
                <a:hlinkClick r:id="rId5"/>
              </a:rPr>
              <a:t>https://docs.scipy.org/doc/scipy/reference/signal.html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